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99a6c49d904007" /><Relationship Type="http://schemas.openxmlformats.org/officeDocument/2006/relationships/extended-properties" Target="/docProps/app.xml" Id="R2cd9ceff5c904ac3" /><Relationship Type="http://schemas.openxmlformats.org/officeDocument/2006/relationships/officeDocument" Target="/ppt/presentation.xml" Id="R6ff78d0c0463455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fb56941f17b842b4"/>
  </p:sldMasterIdLst>
  <p:notesMasterIdLst>
    <p:notesMasterId xmlns:r="http://schemas.openxmlformats.org/officeDocument/2006/relationships" r:id="Rce0fefc6748c468f"/>
  </p:notesMasterIdLst>
  <p:sldIdLst>
    <p:sldId xmlns:r="http://schemas.openxmlformats.org/officeDocument/2006/relationships" id="256" r:id="R12979293867e4350"/>
    <p:sldId xmlns:r="http://schemas.openxmlformats.org/officeDocument/2006/relationships" id="257" r:id="Ref1777953542491e"/>
    <p:sldId xmlns:r="http://schemas.openxmlformats.org/officeDocument/2006/relationships" id="258" r:id="R583c90657cae45d7"/>
    <p:sldId xmlns:r="http://schemas.openxmlformats.org/officeDocument/2006/relationships" id="259" r:id="Ra5f0b6a93a5c41f7"/>
    <p:sldId xmlns:r="http://schemas.openxmlformats.org/officeDocument/2006/relationships" id="260" r:id="R8c943adcb8034d11"/>
  </p:sldIdLst>
  <p:sldSz cx="9144000" cy="5143500"/>
  <p:notesSz cx="6858000" cy="9144000"/>
  <p:embeddedFontLst>
    <p:embeddedFont>
      <p:font typeface="Inter SemiBold"/>
      <p:regular xmlns:r="http://schemas.openxmlformats.org/officeDocument/2006/relationships" r:id="R815101bd1c7d448c"/>
      <p:bold xmlns:r="http://schemas.openxmlformats.org/officeDocument/2006/relationships" r:id="R1501f34df91d4ba7"/>
      <p:italic xmlns:r="http://schemas.openxmlformats.org/officeDocument/2006/relationships" r:id="R9648d3e847f54fbf"/>
      <p:boldItalic xmlns:r="http://schemas.openxmlformats.org/officeDocument/2006/relationships" r:id="Rbbd7b2dccd404ea0"/>
    </p:embeddedFont>
    <p:embeddedFont>
      <p:font typeface="Inter"/>
      <p:regular xmlns:r="http://schemas.openxmlformats.org/officeDocument/2006/relationships" r:id="Rc5aa02e707d4416d"/>
      <p:bold xmlns:r="http://schemas.openxmlformats.org/officeDocument/2006/relationships" r:id="R451b2b111c4f4a25"/>
      <p:italic xmlns:r="http://schemas.openxmlformats.org/officeDocument/2006/relationships" r:id="Ra5766b405f7e471c"/>
      <p:boldItalic xmlns:r="http://schemas.openxmlformats.org/officeDocument/2006/relationships" r:id="R89e0c83a42514c4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46ca9e0578f4ed0" /><Relationship Type="http://schemas.openxmlformats.org/officeDocument/2006/relationships/slideMaster" Target="/ppt/slideMasters/slideMaster1.xml" Id="Rfb56941f17b842b4" /><Relationship Type="http://schemas.openxmlformats.org/officeDocument/2006/relationships/notesMaster" Target="/ppt/notesMasters/notesMaster1.xml" Id="Rce0fefc6748c468f" /><Relationship Type="http://schemas.openxmlformats.org/officeDocument/2006/relationships/presProps" Target="/ppt/presProps.xml" Id="R6a174b55026a4ccf" /><Relationship Type="http://schemas.openxmlformats.org/officeDocument/2006/relationships/viewProps" Target="/ppt/viewProps.xml" Id="R7e93b35e27754c37" /><Relationship Type="http://schemas.openxmlformats.org/officeDocument/2006/relationships/tableStyles" Target="/ppt/tableStyles.xml" Id="R86bc4036835b4abf" /><Relationship Type="http://schemas.openxmlformats.org/officeDocument/2006/relationships/font" Target="/ppt/fonts/font.dat" Id="R815101bd1c7d448c" /><Relationship Type="http://schemas.openxmlformats.org/officeDocument/2006/relationships/font" Target="/ppt/fonts/font2.dat" Id="R1501f34df91d4ba7" /><Relationship Type="http://schemas.openxmlformats.org/officeDocument/2006/relationships/font" Target="/ppt/fonts/font3.dat" Id="R9648d3e847f54fbf" /><Relationship Type="http://schemas.openxmlformats.org/officeDocument/2006/relationships/font" Target="/ppt/fonts/font4.dat" Id="Rbbd7b2dccd404ea0" /><Relationship Type="http://schemas.openxmlformats.org/officeDocument/2006/relationships/font" Target="/ppt/fonts/font5.dat" Id="Rc5aa02e707d4416d" /><Relationship Type="http://schemas.openxmlformats.org/officeDocument/2006/relationships/font" Target="/ppt/fonts/font6.dat" Id="R451b2b111c4f4a25" /><Relationship Type="http://schemas.openxmlformats.org/officeDocument/2006/relationships/font" Target="/ppt/fonts/font7.dat" Id="Ra5766b405f7e471c" /><Relationship Type="http://schemas.openxmlformats.org/officeDocument/2006/relationships/font" Target="/ppt/fonts/font8.dat" Id="R89e0c83a42514c42" /><Relationship Type="http://schemas.openxmlformats.org/officeDocument/2006/relationships/slide" Target="/ppt/slides/slide1.xml" Id="R12979293867e4350" /><Relationship Type="http://schemas.openxmlformats.org/officeDocument/2006/relationships/slide" Target="/ppt/slides/slide2.xml" Id="Ref1777953542491e" /><Relationship Type="http://schemas.openxmlformats.org/officeDocument/2006/relationships/slide" Target="/ppt/slides/slide3.xml" Id="R583c90657cae45d7" /><Relationship Type="http://schemas.openxmlformats.org/officeDocument/2006/relationships/slide" Target="/ppt/slides/slide4.xml" Id="Ra5f0b6a93a5c41f7" /><Relationship Type="http://schemas.openxmlformats.org/officeDocument/2006/relationships/slide" Target="/ppt/slides/slide5.xml" Id="R8c943adcb8034d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7c3656c2db40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dc6fda750e4de8" /><Relationship Type="http://schemas.openxmlformats.org/officeDocument/2006/relationships/notesMaster" Target="/ppt/notesMasters/notesMaster1.xml" Id="R573e43e988df44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1636e5b7224ad8" /><Relationship Type="http://schemas.openxmlformats.org/officeDocument/2006/relationships/notesMaster" Target="/ppt/notesMasters/notesMaster1.xml" Id="R6134cf78fbaa4a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2a4b4d09bb40cd" /><Relationship Type="http://schemas.openxmlformats.org/officeDocument/2006/relationships/notesMaster" Target="/ppt/notesMasters/notesMaster1.xml" Id="R3afd3e8f5e974c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bbd6cbcec5422e" /><Relationship Type="http://schemas.openxmlformats.org/officeDocument/2006/relationships/notesMaster" Target="/ppt/notesMasters/notesMaster1.xml" Id="R3b7df8c5b3ec46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c63590fb664ebe" /><Relationship Type="http://schemas.openxmlformats.org/officeDocument/2006/relationships/notesMaster" Target="/ppt/notesMasters/notesMaster1.xml" Id="R78202cad8c2940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Bonjour. Mon stage à KAUST s’intitulait officiellement Security for UAV-Based 5G-Advanced and 6G Networks. Une station 5G portée par drone pourrait rétablir rapidement une couverture après une crise, mais le nœud radio devient mobile, exposé et dépendant d’un lien de transport. Avant d’évaluer une attaque ou une défense, il faut donc savoir exactement ce que fait la chaîne. Ma mission a été de construire au sol un banc OpenAirInterface distribué, observable et réversible, capable de préserver un service d’alerte d’urgence de bout en bout. C’est cette base expérimentale — et non un système déjà volant — que je vais présenter.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Transition : le premier enjeu n’était pas le débit ; c’était de rendre chaque état du système vérifiable.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[Sources]</a:t>
            </a:r>
          </a:p>
          <a:p xmlns:a="http://schemas.openxmlformats.org/drawingml/2006/main">
            <a:pPr marL="0" lvl="0" indent="0" algn="l">
              <a:spcBef>
                <a:spcPts val="0"/>
              </a:spcBef>
              <a:spcAft>
                <a:spcPts val="0"/>
              </a:spcAft>
              <a:buNone/>
            </a:pPr>
            <a:r>
              <a:t>- Intitulé, dates et validation officielle fournis par Marc Duboc, 5 août 2026.</a:t>
            </a:r>
          </a:p>
          <a:p xmlns:a="http://schemas.openxmlformats.org/drawingml/2006/main">
            <a:pPr marL="0" lvl="0" indent="0" algn="l">
              <a:spcBef>
                <a:spcPts val="0"/>
              </a:spcBef>
              <a:spcAft>
                <a:spcPts val="0"/>
              </a:spcAft>
              <a:buNone/>
            </a:pPr>
            <a:r>
              <a:t>- Visuel et mise en page hérités de Présentation Charlotte V2.pptx, fourni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sujet officiel parle de sécurité, mais une question vient avant toute mitigation : sait-on prouver ce que fait réellement le système ? Déporter la DU sur une plateforme légère ajoute trois fragilités. D’abord, le calcul embarqué et l’USB vers la radio. Ensuite F1, qui doit traverser Ethernet, Wi-Fi ou 5G sans masquer le chemin des paquets. Enfin, la continuité de service : le téléphone doit s’enregistrer, accéder à Internet et afficher l’alerte PWS. J’ai donc défini quatre preuves d’acceptation : chemin F1 observé, association CU-DU, service de données sur le terminal et alerte visible. La baseline Ethernet restait disponible pour revenir à un état connu.</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Transition : ces preuves ont dicté l’architecture du banc et la méthode d’essai.</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[Sources]</a:t>
            </a:r>
          </a:p>
          <a:p xmlns:a="http://schemas.openxmlformats.org/drawingml/2006/main">
            <a:pPr marL="0" lvl="0" indent="0" algn="l">
              <a:spcBef>
                <a:spcPts val="0"/>
              </a:spcBef>
              <a:spcAft>
                <a:spcPts val="0"/>
              </a:spcAft>
              <a:buNone/>
            </a:pPr>
            <a:r>
              <a:t>- docs/evidence/PWS-F1.md et docs/BASELINES.md — chemin PWS, portes de preuve et rollback.</a:t>
            </a:r>
          </a:p>
          <a:p xmlns:a="http://schemas.openxmlformats.org/drawingml/2006/main">
            <a:pPr marL="0" lvl="0" indent="0" algn="l">
              <a:spcBef>
                <a:spcPts val="0"/>
              </a:spcBef>
              <a:spcAft>
                <a:spcPts val="0"/>
              </a:spcAft>
              <a:buNone/>
            </a:pPr>
            <a:r>
              <a:t>- Illustration UAV extraite de Présentation Charlotte V2.pptx, fournie par l’utilisateur ; elle ne constitue pas une preuve de vol.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cœur 5G et la CU restent sur x86. F1 relie cette partie fixe à une DU portée sur Raspberry Pi puis Jetson, avec une USRP B210 pour l’accès radio. Trois transports ont été exercés : Ethernet pour la référence et le rollback, Wi-Fi avec GRE, puis 5G avec WireGuard. À chaque extension, je n’acceptais pas seulement un processus lancé : il fallait observer le bon chemin F1, l’association CU-DU, l’enregistrement et Internet sur le terminal, puis l’alerte PWS. Deux pivots ont été décisifs : séparer la radio d’accès du modem de backhaul, puis traiter ensemble noyau SCTP, USB 3, CPU et métriques radio. La boucle est restée : baseline, hypothèse, mesure, correction, reproduction.</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Transition : cette méthode produit des résultats solides, à condition de qualifier précisément chaque chiffre.</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[Sources]</a:t>
            </a:r>
          </a:p>
          <a:p xmlns:a="http://schemas.openxmlformats.org/drawingml/2006/main">
            <a:pPr marL="0" lvl="0" indent="0" algn="l">
              <a:spcBef>
                <a:spcPts val="0"/>
              </a:spcBef>
              <a:spcAft>
                <a:spcPts val="0"/>
              </a:spcAft>
              <a:buNone/>
            </a:pPr>
            <a:r>
              <a:t>- README.md, docs/STATUS.md, docs/BASELINES.md et docs/NETWORK.md — architecture et procédure expérimentale.</a:t>
            </a:r>
          </a:p>
          <a:p xmlns:a="http://schemas.openxmlformats.org/drawingml/2006/main">
            <a:pPr marL="0" lvl="0" indent="0" algn="l">
              <a:spcBef>
                <a:spcPts val="0"/>
              </a:spcBef>
              <a:spcAft>
                <a:spcPts val="0"/>
              </a:spcAft>
              <a:buNone/>
            </a:pPr>
            <a:r>
              <a:t>- Diagramme redessiné à partir de la topologie assainie du dépôt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résultat principal est fonctionnel : le même service a été validé à travers trois transports F1, avec Internet et une alerte PWS visibles sur un téléphone commercial. Les débits servent de repères, pas de classement : 89 mégabits par seconde soutenus sur x86 Ethernet, environ 100 en pic ; 52 au meilleur run Wi-Fi avec GRE ; et 68 sur Jetson avec 5G et WireGuard, résultat final officiellement validé. Les hôtes et les conditions diffèrent, ce ne sont donc ni des moyennes ni une comparaison contrôlée. L’apport est aussi le diagnostic inter-couches : le réglage MSS et la fenêtre BLER ont fait passer le MCS dominant de 5 à 24–27 sur le run Ethernet.</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Transition : le bilan doit maintenant séparer ce qui est prouvé de ce qui reste à démontrer.</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[Sources]</a:t>
            </a:r>
          </a:p>
          <a:p xmlns:a="http://schemas.openxmlformats.org/drawingml/2006/main">
            <a:pPr marL="0" lvl="0" indent="0" algn="l">
              <a:spcBef>
                <a:spcPts val="0"/>
              </a:spcBef>
              <a:spcAft>
                <a:spcPts val="0"/>
              </a:spcAft>
              <a:buNone/>
            </a:pPr>
            <a:r>
              <a:t>- docs/evidence/BENCHMARKS.md et docs/evidence/PWS-F1.md — débits assainis, qualification des essais et service PWS.</a:t>
            </a:r>
          </a:p>
          <a:p xmlns:a="http://schemas.openxmlformats.org/drawingml/2006/main">
            <a:pPr marL="0" lvl="0" indent="0" algn="l">
              <a:spcBef>
                <a:spcPts val="0"/>
              </a:spcBef>
              <a:spcAft>
                <a:spcPts val="0"/>
              </a:spcAft>
              <a:buNone/>
            </a:pPr>
            <a:r>
              <a:t>- Confirmation explicite de Marc Duboc, 5 août 2026 — 68 Mbit/s officiellement validés.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Le stage livre une plateforme reproductible : split CU-DU, PWS, trois transports, DU sur ARM, noyau Jetson avec SCTP, prévols, preuves et rollback. Il ne livre pas encore une base 5G volante ni une mitigation de sécurité validée. Les prochaines étapes sont donc mesurables : répéter les essais dans une condition RF contrôlée, instrumenter puissance et température, intégrer mécaniquement le nœud, puis préparer un premier essai aérien encadré. Mon principal acquis d’ingénieur est cette discipline : rendre un système distribué observable et réversible avant de le miniaturiser. Elle est directement transférable à mon projet en R&amp;D, robotique autonome et vision 3D à Seoul National University.</a:t>
            </a:r>
          </a:p>
          <a:p xmlns:a="http://schemas.openxmlformats.org/drawingml/2006/main">
            <a:pPr marL="0" lvl="0" indent="0" algn="l">
              <a:spcBef>
                <a:spcPts val="0"/>
              </a:spcBef>
              <a:spcAft>
                <a:spcPts val="0"/>
              </a:spcAft>
              <a:buNone/>
            </a:pPr>
            <a:r>
              <a:t/>
            </a:r>
          </a:p>
          <a:p xmlns:a="http://schemas.openxmlformats.org/drawingml/2006/main">
            <a:pPr marL="0" lvl="0" indent="0" algn="l">
              <a:spcBef>
                <a:spcPts val="0"/>
              </a:spcBef>
              <a:spcAft>
                <a:spcPts val="0"/>
              </a:spcAft>
              <a:buNone/>
            </a:pPr>
            <a:r>
              <a:t>[Sources]</a:t>
            </a:r>
          </a:p>
          <a:p xmlns:a="http://schemas.openxmlformats.org/drawingml/2006/main">
            <a:pPr marL="0" lvl="0" indent="0" algn="l">
              <a:spcBef>
                <a:spcPts val="0"/>
              </a:spcBef>
              <a:spcAft>
                <a:spcPts val="0"/>
              </a:spcAft>
              <a:buNone/>
            </a:pPr>
            <a:r>
              <a:t>- docs/STATUS.md, docs/ARTIFACT_MANIFEST.md et docs/SECURITY.md — livrables, limites et frontière de publication.</a:t>
            </a:r>
          </a:p>
          <a:p xmlns:a="http://schemas.openxmlformats.org/drawingml/2006/main">
            <a:pPr marL="0" lvl="0" indent="0" algn="l">
              <a:spcBef>
                <a:spcPts val="0"/>
              </a:spcBef>
              <a:spcAft>
                <a:spcPts val="0"/>
              </a:spcAft>
              <a:buNone/>
            </a:pPr>
            <a:r>
              <a:t>- Photographie d’équipement extraite de Présentation Charlotte V2.pptx, fournie par l’utilisateur.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003482b8034ae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938ddd858b4c7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21c342b57848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5065a88038846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e3c5959ca54e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8bb939d1ac84e8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6b9b06724374ef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bcf087648e3456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91f9f8f719b4a38"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38fdda39384492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2c0ae802b91437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5a200c585fb46d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c87cda487d80485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7b81354ca9a3402d"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5C5B8B28-6030-4D85-A053-21CD311BFBBB}"/>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AE9CE22F-4FB1-4A8C-9EF0-31C949E345EF}"/>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3AD1A580-39F5-455B-9DC3-4D76F166869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02997064-A899-4F6A-A5A8-12A35ABC952F}"/>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1FD87E02-9A58-48EB-A719-D137DB7C873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9A069AE5-7AE9-4316-B8E2-093528D287E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02BDFCC0-621A-4887-B2A1-29F132CC2DB6}"/>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E055417A-AF01-4908-9B80-766940ABB8E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DFE6964C-988B-4F96-BD66-D4837B50CFA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4C9CEB29-46D0-4006-B57D-F6AD5BA9A993}"/>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2326E0B9-CB20-4E7F-AAD4-1B7507127060}"/>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BFAD2072-2FE9-4A00-AA1A-2E90C3BEAED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9EFB5660-1274-4811-8F7B-F6FA65153AC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0A2E0216-B2F6-42D2-9573-114BE2E94D7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E95A4068-2813-422B-87CB-910F713F07CF}"/>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9DC0F68A-0D4C-4A23-BD40-1F79D1FE2BC9}"/>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F665CBA0-4E77-4FD0-AFF7-10FEDC12975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AC6CD4E8-9FA8-42B3-BFCC-7EFA8690683E}"/>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4245C841-8087-4CAA-9308-7E6F9FFEC73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714E25A6-5212-4C19-B69E-20F1A371F536}"/>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37" name="Google Shape;37;p9">
            <a:extLst xmlns:a="http://schemas.openxmlformats.org/drawingml/2006/main">
              <a:ext uri="{FF2B5EF4-FFF2-40B4-BE49-F238E27FC236}">
                <a16:creationId xmlns:a16="http://schemas.microsoft.com/office/drawing/2014/main" id="{C59328B5-54AE-4C98-8A9A-500D64EE1234}"/>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B898ACBE-6A97-4EF6-9946-1399A14B315C}"/>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FA1BED6E-EC9B-44CA-B884-63C0B943B86A}"/>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9F0B5312-EC6B-44E1-BC4C-4F640789CEB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5D618DC2-D862-475F-96F1-4BBC12BFC986}"/>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EB50416D-B7FA-4CB7-9398-E82F0A51D5E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382870F6-3D93-4AB2-AAEC-8175A57A8D31}"/>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8A2A7948-7F93-4BB1-9756-302F200DB461}"/>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BFB14EE9-999A-4C7F-916A-474AE540486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86188301-A043-4000-951F-FDE49B51007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2.xml><?xml version="1.0" encoding="utf-8"?>
<p:sldLayout xmlns:p="http://schemas.openxmlformats.org/presentationml/2006/main" matchingName="Title and body (g39ab2d23665_7_0)">
  <p:cSld name="Title and body (g39ab2d23665_7_0)">
    <p:spTree>
      <p:nvGrpSpPr>
        <p:cNvPr id="1" name=""/>
        <p:cNvGrpSpPr/>
        <p:nvPr/>
      </p:nvGrpSpPr>
      <p:grpSpPr>
        <a:xfrm xmlns:a="http://schemas.openxmlformats.org/drawingml/2006/main"/>
      </p:grpSpPr>
      <p:sp>
        <p:nvSpPr>
          <p:cNvPr id="51" name="Google Shape;51;p13">
            <a:extLst xmlns:a="http://schemas.openxmlformats.org/drawingml/2006/main">
              <a:ext uri="{FF2B5EF4-FFF2-40B4-BE49-F238E27FC236}">
                <a16:creationId xmlns:a16="http://schemas.microsoft.com/office/drawing/2014/main" id="{108838A6-602D-4DCA-8046-C17319064409}"/>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52" name="Google Shape;52;p13">
            <a:extLst xmlns:a="http://schemas.openxmlformats.org/drawingml/2006/main">
              <a:ext uri="{FF2B5EF4-FFF2-40B4-BE49-F238E27FC236}">
                <a16:creationId xmlns:a16="http://schemas.microsoft.com/office/drawing/2014/main" id="{3D01D014-32A5-433F-B6CC-C7E1A61EF61A}"/>
              </a:ext>
            </a:extLst>
          </p:cNvPr>
          <p:cNvSpPr>
            <a:spLocks xmlns:a="http://schemas.openxmlformats.org/drawingml/2006/main" noGrp="1"/>
          </p:cNvSpPr>
          <p:nvPr>
            <p:ph type="body" idx="1"/>
          </p:nvPr>
        </p:nvSpPr>
        <p:spPr>
          <a:xfrm xmlns:a="http://schemas.openxmlformats.org/drawingml/2006/main">
            <a:off x="311700" y="1366275"/>
            <a:ext cx="8520600" cy="30432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Clr>
                <a:srgbClr val="4B5563"/>
              </a:buClr>
              <a:buSzPts val="1800"/>
              <a:buFont typeface="Inter"/>
              <a:buChar char="●"/>
              <a:defRPr>
                <a:latin typeface="Inter"/>
                <a:ea typeface="Inter"/>
                <a:cs typeface="Inter"/>
              </a:defRPr>
            </a:lvl1pPr>
            <a:lvl2pPr marL="914400" indent="-317500">
              <a:spcBef>
                <a:spcPts val="0"/>
              </a:spcBef>
              <a:spcAft>
                <a:spcPts val="0"/>
              </a:spcAft>
              <a:buClr>
                <a:srgbClr val="007C89"/>
              </a:buClr>
              <a:buSzPts val="1400"/>
              <a:buFont typeface="Inter"/>
              <a:buChar char="○"/>
              <a:defRPr>
                <a:latin typeface="Inter"/>
                <a:ea typeface="Inter"/>
                <a:cs typeface="Inter"/>
              </a:defRPr>
            </a:lvl2pPr>
            <a:lvl3pPr marL="1371600" indent="-317500">
              <a:spcBef>
                <a:spcPts val="0"/>
              </a:spcBef>
              <a:spcAft>
                <a:spcPts val="0"/>
              </a:spcAft>
              <a:buClr>
                <a:srgbClr val="4B5563"/>
              </a:buClr>
              <a:buSzPts val="1400"/>
              <a:buFont typeface="Inter"/>
              <a:buChar char="■"/>
              <a:defRPr>
                <a:latin typeface="Inter"/>
                <a:ea typeface="Inter"/>
                <a:cs typeface="Inter"/>
              </a:defRPr>
            </a:lvl3pPr>
            <a:lvl4pPr marL="1828800" indent="-317500">
              <a:spcBef>
                <a:spcPts val="0"/>
              </a:spcBef>
              <a:spcAft>
                <a:spcPts val="0"/>
              </a:spcAft>
              <a:buClr>
                <a:srgbClr val="4B5563"/>
              </a:buClr>
              <a:buSzPts val="1400"/>
              <a:buFont typeface="Inter"/>
              <a:buChar char="●"/>
              <a:defRPr>
                <a:latin typeface="Inter"/>
                <a:ea typeface="Inter"/>
                <a:cs typeface="Inter"/>
              </a:defRPr>
            </a:lvl4pPr>
            <a:lvl5pPr marL="2286000" indent="-317500">
              <a:spcBef>
                <a:spcPts val="0"/>
              </a:spcBef>
              <a:spcAft>
                <a:spcPts val="0"/>
              </a:spcAft>
              <a:buSzPts val="1400"/>
              <a:buFont typeface="Inter"/>
              <a:buChar char="○"/>
              <a:defRPr>
                <a:latin typeface="Inter"/>
                <a:ea typeface="Inter"/>
                <a:cs typeface="Inter"/>
              </a:defRPr>
            </a:lvl5pPr>
            <a:lvl6pPr marL="2743200" indent="-317500">
              <a:spcBef>
                <a:spcPts val="0"/>
              </a:spcBef>
              <a:spcAft>
                <a:spcPts val="0"/>
              </a:spcAft>
              <a:buSzPts val="1400"/>
              <a:buFont typeface="Inter"/>
              <a:buChar char="■"/>
              <a:defRPr>
                <a:latin typeface="Inter"/>
                <a:ea typeface="Inter"/>
                <a:cs typeface="Inter"/>
              </a:defRPr>
            </a:lvl6pPr>
            <a:lvl7pPr marL="3200400" indent="-317500">
              <a:spcBef>
                <a:spcPts val="0"/>
              </a:spcBef>
              <a:spcAft>
                <a:spcPts val="0"/>
              </a:spcAft>
              <a:buSzPts val="1400"/>
              <a:buFont typeface="Inter"/>
              <a:buChar char="●"/>
              <a:defRPr>
                <a:latin typeface="Inter"/>
                <a:ea typeface="Inter"/>
                <a:cs typeface="Inter"/>
              </a:defRPr>
            </a:lvl7pPr>
            <a:lvl8pPr marL="3657600" indent="-317500">
              <a:spcBef>
                <a:spcPts val="0"/>
              </a:spcBef>
              <a:spcAft>
                <a:spcPts val="0"/>
              </a:spcAft>
              <a:buSzPts val="1400"/>
              <a:buFont typeface="Inter"/>
              <a:buChar char="○"/>
              <a:defRPr>
                <a:latin typeface="Inter"/>
                <a:ea typeface="Inter"/>
                <a:cs typeface="Inter"/>
              </a:defRPr>
            </a:lvl8pPr>
            <a:lvl9pPr marL="4114800" indent="-317500">
              <a:spcBef>
                <a:spcPts val="0"/>
              </a:spcBef>
              <a:spcAft>
                <a:spcPts val="0"/>
              </a:spcAft>
              <a:buSzPts val="1400"/>
              <a:buFont typeface="Inter"/>
              <a:buChar char="■"/>
              <a:defRPr>
                <a:latin typeface="Inter"/>
                <a:ea typeface="Inter"/>
                <a:cs typeface="Inter"/>
              </a:defRPr>
            </a:lvl9pPr>
          </a:lstStyle>
          <a:p xmlns:a="http://schemas.openxmlformats.org/drawingml/2006/main"/>
        </p:txBody>
      </p:sp>
      <p:sp>
        <p:nvSpPr>
          <p:cNvPr id="53" name="Google Shape;53;p13">
            <a:extLst xmlns:a="http://schemas.openxmlformats.org/drawingml/2006/main">
              <a:ext uri="{FF2B5EF4-FFF2-40B4-BE49-F238E27FC236}">
                <a16:creationId xmlns:a16="http://schemas.microsoft.com/office/drawing/2014/main" id="{17E0EB4D-B1B3-435A-A6E3-E3003BC7CBC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3.xml><?xml version="1.0" encoding="utf-8"?>
<p:sldLayout xmlns:p="http://schemas.openxmlformats.org/presentationml/2006/main" matchingName="Title and body (g3e07a38b4c5_10_0)">
  <p:cSld name="Title and body (g3e07a38b4c5_10_0)">
    <p:spTree>
      <p:nvGrpSpPr>
        <p:cNvPr id="1" name=""/>
        <p:cNvGrpSpPr/>
        <p:nvPr/>
      </p:nvGrpSpPr>
      <p:grpSpPr>
        <a:xfrm xmlns:a="http://schemas.openxmlformats.org/drawingml/2006/main"/>
      </p:grpSpPr>
      <p:sp>
        <p:nvSpPr>
          <p:cNvPr id="55" name="Google Shape;55;p14">
            <a:extLst xmlns:a="http://schemas.openxmlformats.org/drawingml/2006/main">
              <a:ext uri="{FF2B5EF4-FFF2-40B4-BE49-F238E27FC236}">
                <a16:creationId xmlns:a16="http://schemas.microsoft.com/office/drawing/2014/main" id="{2BBC41D5-B585-43AD-947B-83F904BD686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56" name="Google Shape;56;p14">
            <a:extLst xmlns:a="http://schemas.openxmlformats.org/drawingml/2006/main">
              <a:ext uri="{FF2B5EF4-FFF2-40B4-BE49-F238E27FC236}">
                <a16:creationId xmlns:a16="http://schemas.microsoft.com/office/drawing/2014/main" id="{47D87CBF-91A0-4A74-890F-C0A0A2CD83DD}"/>
              </a:ext>
            </a:extLst>
          </p:cNvPr>
          <p:cNvSpPr>
            <a:spLocks xmlns:a="http://schemas.openxmlformats.org/drawingml/2006/main" noGrp="1"/>
          </p:cNvSpPr>
          <p:nvPr>
            <p:ph type="body" idx="1"/>
          </p:nvPr>
        </p:nvSpPr>
        <p:spPr>
          <a:xfrm xmlns:a="http://schemas.openxmlformats.org/drawingml/2006/main">
            <a:off x="311700" y="1366275"/>
            <a:ext cx="8520600" cy="3043200"/>
          </a:xfrm>
          <a:prstGeom xmlns:a="http://schemas.openxmlformats.org/drawingml/2006/main" prst="rect">
            <a:avLst/>
          </a:prstGeom>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Clr>
                <a:srgbClr val="4B5563"/>
              </a:buClr>
              <a:buSzPts val="1800"/>
              <a:buFont typeface="Inter"/>
              <a:buChar char="●"/>
              <a:defRPr>
                <a:latin typeface="Inter"/>
                <a:ea typeface="Inter"/>
                <a:cs typeface="Inter"/>
              </a:defRPr>
            </a:lvl1pPr>
            <a:lvl2pPr marL="914400" indent="-317500">
              <a:spcBef>
                <a:spcPts val="0"/>
              </a:spcBef>
              <a:spcAft>
                <a:spcPts val="0"/>
              </a:spcAft>
              <a:buClr>
                <a:srgbClr val="007C89"/>
              </a:buClr>
              <a:buSzPts val="1400"/>
              <a:buFont typeface="Inter"/>
              <a:buChar char="○"/>
              <a:defRPr>
                <a:latin typeface="Inter"/>
                <a:ea typeface="Inter"/>
                <a:cs typeface="Inter"/>
              </a:defRPr>
            </a:lvl2pPr>
            <a:lvl3pPr marL="1371600" indent="-317500">
              <a:spcBef>
                <a:spcPts val="0"/>
              </a:spcBef>
              <a:spcAft>
                <a:spcPts val="0"/>
              </a:spcAft>
              <a:buClr>
                <a:srgbClr val="4B5563"/>
              </a:buClr>
              <a:buSzPts val="1400"/>
              <a:buFont typeface="Inter"/>
              <a:buChar char="■"/>
              <a:defRPr>
                <a:latin typeface="Inter"/>
                <a:ea typeface="Inter"/>
                <a:cs typeface="Inter"/>
              </a:defRPr>
            </a:lvl3pPr>
            <a:lvl4pPr marL="1828800" indent="-317500">
              <a:spcBef>
                <a:spcPts val="0"/>
              </a:spcBef>
              <a:spcAft>
                <a:spcPts val="0"/>
              </a:spcAft>
              <a:buClr>
                <a:srgbClr val="4B5563"/>
              </a:buClr>
              <a:buSzPts val="1400"/>
              <a:buFont typeface="Inter"/>
              <a:buChar char="●"/>
              <a:defRPr>
                <a:latin typeface="Inter"/>
                <a:ea typeface="Inter"/>
                <a:cs typeface="Inter"/>
              </a:defRPr>
            </a:lvl4pPr>
            <a:lvl5pPr marL="2286000" indent="-317500">
              <a:spcBef>
                <a:spcPts val="0"/>
              </a:spcBef>
              <a:spcAft>
                <a:spcPts val="0"/>
              </a:spcAft>
              <a:buSzPts val="1400"/>
              <a:buFont typeface="Inter"/>
              <a:buChar char="○"/>
              <a:defRPr>
                <a:latin typeface="Inter"/>
                <a:ea typeface="Inter"/>
                <a:cs typeface="Inter"/>
              </a:defRPr>
            </a:lvl5pPr>
            <a:lvl6pPr marL="2743200" indent="-317500">
              <a:spcBef>
                <a:spcPts val="0"/>
              </a:spcBef>
              <a:spcAft>
                <a:spcPts val="0"/>
              </a:spcAft>
              <a:buSzPts val="1400"/>
              <a:buFont typeface="Inter"/>
              <a:buChar char="■"/>
              <a:defRPr>
                <a:latin typeface="Inter"/>
                <a:ea typeface="Inter"/>
                <a:cs typeface="Inter"/>
              </a:defRPr>
            </a:lvl6pPr>
            <a:lvl7pPr marL="3200400" indent="-317500">
              <a:spcBef>
                <a:spcPts val="0"/>
              </a:spcBef>
              <a:spcAft>
                <a:spcPts val="0"/>
              </a:spcAft>
              <a:buSzPts val="1400"/>
              <a:buFont typeface="Inter"/>
              <a:buChar char="●"/>
              <a:defRPr>
                <a:latin typeface="Inter"/>
                <a:ea typeface="Inter"/>
                <a:cs typeface="Inter"/>
              </a:defRPr>
            </a:lvl7pPr>
            <a:lvl8pPr marL="3657600" indent="-317500">
              <a:spcBef>
                <a:spcPts val="0"/>
              </a:spcBef>
              <a:spcAft>
                <a:spcPts val="0"/>
              </a:spcAft>
              <a:buSzPts val="1400"/>
              <a:buFont typeface="Inter"/>
              <a:buChar char="○"/>
              <a:defRPr>
                <a:latin typeface="Inter"/>
                <a:ea typeface="Inter"/>
                <a:cs typeface="Inter"/>
              </a:defRPr>
            </a:lvl8pPr>
            <a:lvl9pPr marL="4114800" indent="-317500">
              <a:spcBef>
                <a:spcPts val="0"/>
              </a:spcBef>
              <a:spcAft>
                <a:spcPts val="0"/>
              </a:spcAft>
              <a:buSzPts val="1400"/>
              <a:buFont typeface="Inter"/>
              <a:buChar char="■"/>
              <a:defRPr>
                <a:latin typeface="Inter"/>
                <a:ea typeface="Inter"/>
                <a:cs typeface="Inter"/>
              </a:defRPr>
            </a:lvl9pPr>
          </a:lstStyle>
          <a:p xmlns:a="http://schemas.openxmlformats.org/drawingml/2006/main"/>
        </p:txBody>
      </p:sp>
      <p:sp>
        <p:nvSpPr>
          <p:cNvPr id="57" name="Google Shape;57;p14">
            <a:extLst xmlns:a="http://schemas.openxmlformats.org/drawingml/2006/main">
              <a:ext uri="{FF2B5EF4-FFF2-40B4-BE49-F238E27FC236}">
                <a16:creationId xmlns:a16="http://schemas.microsoft.com/office/drawing/2014/main" id="{F8EA3A26-04E4-4DE3-8580-161A6F341FF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p>
        </p:txBody>
      </p:sp>
    </p:spTree>
  </p:cSld>
</p:sldLayout>
</file>

<file path=ppt/slideLayouts/slideLayout14.xml><?xml version="1.0" encoding="utf-8"?>
<p:sldLayout xmlns:p="http://schemas.openxmlformats.org/presentationml/2006/main" matchingName="Generated (g3e0a8f18efb_7_0)">
  <p:cSld name="Generated (g3e0a8f18efb_7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bbfbb6e69a42d2" /><Relationship Type="http://schemas.openxmlformats.org/officeDocument/2006/relationships/slideLayout" Target="/ppt/slideLayouts/slideLayout1.xml" Id="R2bb55fec5c7d48e8" /><Relationship Type="http://schemas.openxmlformats.org/officeDocument/2006/relationships/slideLayout" Target="/ppt/slideLayouts/slideLayout2.xml" Id="R00ccb3dd4b624c69" /><Relationship Type="http://schemas.openxmlformats.org/officeDocument/2006/relationships/slideLayout" Target="/ppt/slideLayouts/slideLayout3.xml" Id="R1e64cd15d0c44913" /><Relationship Type="http://schemas.openxmlformats.org/officeDocument/2006/relationships/slideLayout" Target="/ppt/slideLayouts/slideLayout4.xml" Id="R252444ab2ba146db" /><Relationship Type="http://schemas.openxmlformats.org/officeDocument/2006/relationships/slideLayout" Target="/ppt/slideLayouts/slideLayout5.xml" Id="Rf720838ac56e4d42" /><Relationship Type="http://schemas.openxmlformats.org/officeDocument/2006/relationships/slideLayout" Target="/ppt/slideLayouts/slideLayout6.xml" Id="R40942946c9374a86" /><Relationship Type="http://schemas.openxmlformats.org/officeDocument/2006/relationships/slideLayout" Target="/ppt/slideLayouts/slideLayout7.xml" Id="R6864663685ba4510" /><Relationship Type="http://schemas.openxmlformats.org/officeDocument/2006/relationships/slideLayout" Target="/ppt/slideLayouts/slideLayout8.xml" Id="R379b78780ad447b1" /><Relationship Type="http://schemas.openxmlformats.org/officeDocument/2006/relationships/slideLayout" Target="/ppt/slideLayouts/slideLayout9.xml" Id="R77c39726af074047" /><Relationship Type="http://schemas.openxmlformats.org/officeDocument/2006/relationships/slideLayout" Target="/ppt/slideLayouts/slideLayout10.xml" Id="R3cc0958a8bc64d5f" /><Relationship Type="http://schemas.openxmlformats.org/officeDocument/2006/relationships/slideLayout" Target="/ppt/slideLayouts/slideLayout11.xml" Id="Rdc4a1c12b7964551" /><Relationship Type="http://schemas.openxmlformats.org/officeDocument/2006/relationships/slideLayout" Target="/ppt/slideLayouts/slideLayout12.xml" Id="Rfafbda8a58204af7" /><Relationship Type="http://schemas.openxmlformats.org/officeDocument/2006/relationships/slideLayout" Target="/ppt/slideLayouts/slideLayout13.xml" Id="Rc2e73bef429b48c0" /><Relationship Type="http://schemas.openxmlformats.org/officeDocument/2006/relationships/slideLayout" Target="/ppt/slideLayouts/slideLayout14.xml" Id="R63b7dcef3d6e4cbd"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5AD50007-195C-4A3F-8EB3-41CC442A202E}"/>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8923D1D9-8247-4E08-BE0F-9F3480122BE1}"/>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3FA55D8A-8670-4E2D-A876-5F3FE63B22E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2bb55fec5c7d48e8"/>
    <p:sldLayoutId xmlns:r="http://schemas.openxmlformats.org/officeDocument/2006/relationships" id="2147483650" r:id="R00ccb3dd4b624c69"/>
    <p:sldLayoutId xmlns:r="http://schemas.openxmlformats.org/officeDocument/2006/relationships" id="2147483651" r:id="R1e64cd15d0c44913"/>
    <p:sldLayoutId xmlns:r="http://schemas.openxmlformats.org/officeDocument/2006/relationships" id="2147483652" r:id="R252444ab2ba146db"/>
    <p:sldLayoutId xmlns:r="http://schemas.openxmlformats.org/officeDocument/2006/relationships" id="2147483653" r:id="Rf720838ac56e4d42"/>
    <p:sldLayoutId xmlns:r="http://schemas.openxmlformats.org/officeDocument/2006/relationships" id="2147483654" r:id="R40942946c9374a86"/>
    <p:sldLayoutId xmlns:r="http://schemas.openxmlformats.org/officeDocument/2006/relationships" id="2147483655" r:id="R6864663685ba4510"/>
    <p:sldLayoutId xmlns:r="http://schemas.openxmlformats.org/officeDocument/2006/relationships" id="2147483656" r:id="R379b78780ad447b1"/>
    <p:sldLayoutId xmlns:r="http://schemas.openxmlformats.org/officeDocument/2006/relationships" id="2147483657" r:id="R77c39726af074047"/>
    <p:sldLayoutId xmlns:r="http://schemas.openxmlformats.org/officeDocument/2006/relationships" id="2147483658" r:id="R3cc0958a8bc64d5f"/>
    <p:sldLayoutId xmlns:r="http://schemas.openxmlformats.org/officeDocument/2006/relationships" id="2147483659" r:id="Rdc4a1c12b7964551"/>
    <p:sldLayoutId xmlns:r="http://schemas.openxmlformats.org/officeDocument/2006/relationships" id="2147483660" r:id="Rfafbda8a58204af7"/>
    <p:sldLayoutId xmlns:r="http://schemas.openxmlformats.org/officeDocument/2006/relationships" id="2147483661" r:id="Rc2e73bef429b48c0"/>
    <p:sldLayoutId xmlns:r="http://schemas.openxmlformats.org/officeDocument/2006/relationships" id="2147483662" r:id="R63b7dcef3d6e4cbd"/>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4.xml" Id="R11c24a6ca2c84126" /><Relationship Type="http://schemas.openxmlformats.org/officeDocument/2006/relationships/image" Target="/ppt/media/image.png" Id="R95bc1a49afe94b14" /><Relationship Type="http://schemas.openxmlformats.org/officeDocument/2006/relationships/notesSlide" Target="/ppt/notesSlides/notesSlide1.xml" Id="Rfc276b71a64744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2.xml" Id="Rddb7ff35b0f54cbb" /><Relationship Type="http://schemas.openxmlformats.org/officeDocument/2006/relationships/image" Target="/ppt/media/image.jpeg" Id="R3c3fb1b76b63476e" /><Relationship Type="http://schemas.openxmlformats.org/officeDocument/2006/relationships/notesSlide" Target="/ppt/notesSlides/notesSlide2.xml" Id="Rc4be04d21c8946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4.xml" Id="R3f5a3e0531c74817" /><Relationship Type="http://schemas.openxmlformats.org/officeDocument/2006/relationships/image" Target="/ppt/media/image.svg" Id="R7431cac21c4e4d6a" /><Relationship Type="http://schemas.openxmlformats.org/officeDocument/2006/relationships/image" Target="/ppt/media/image.jpeg" Id="R2ed73fd143f84bdf" /><Relationship Type="http://schemas.openxmlformats.org/officeDocument/2006/relationships/notesSlide" Target="/ppt/notesSlides/notesSlide3.xml" Id="R15cda5214fcb4a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4.xml" Id="R1a7b1d4e50e04585" /><Relationship Type="http://schemas.openxmlformats.org/officeDocument/2006/relationships/image" Target="/ppt/media/image2.jpeg" Id="R36bad8997f254a65" /><Relationship Type="http://schemas.openxmlformats.org/officeDocument/2006/relationships/image" Target="/ppt/media/image2.svg" Id="R8bb4bfe7d59b4f99" /><Relationship Type="http://schemas.openxmlformats.org/officeDocument/2006/relationships/notesSlide" Target="/ppt/notesSlides/notesSlide4.xml" Id="Rb325df34d44d45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4.xml" Id="Rdbd1e74674464d72" /><Relationship Type="http://schemas.openxmlformats.org/officeDocument/2006/relationships/image" Target="/ppt/media/image2.jpeg" Id="R872b844490d44fa4" /><Relationship Type="http://schemas.openxmlformats.org/officeDocument/2006/relationships/notesSlide" Target="/ppt/notesSlides/notesSlide5.xml" Id="Rd1ee7d0fa0cb472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3" name="Google Shape;63;p16">
            <a:extLst xmlns:a="http://schemas.openxmlformats.org/drawingml/2006/main">
              <a:ext uri="{FF2B5EF4-FFF2-40B4-BE49-F238E27FC236}">
                <a16:creationId xmlns:a16="http://schemas.microsoft.com/office/drawing/2014/main" id="{52F2ECE7-0E7F-4352-A57F-08855E2D9137}"/>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9FA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4" name="Google Shape;64;p16">
            <a:extLst xmlns:a="http://schemas.openxmlformats.org/drawingml/2006/main">
              <a:ext uri="{FF2B5EF4-FFF2-40B4-BE49-F238E27FC236}">
                <a16:creationId xmlns:a16="http://schemas.microsoft.com/office/drawing/2014/main" id="{7180EF6C-0A51-4361-859D-F734B50E1A9D}"/>
              </a:ext>
            </a:extLst>
          </p:cNvPr>
          <p:cNvSpPr>
            <a:spLocks xmlns:a="http://schemas.openxmlformats.org/drawingml/2006/main" noGrp="1"/>
          </p:cNvSpPr>
          <p:nvPr/>
        </p:nvSpPr>
        <p:spPr>
          <a:xfrm xmlns:a="http://schemas.openxmlformats.org/drawingml/2006/main">
            <a:off x="0" y="2286000"/>
            <a:ext cx="9144000" cy="762000"/>
          </a:xfrm>
          <a:prstGeom xmlns:a="http://schemas.openxmlformats.org/drawingml/2006/main" prst="rect">
            <a:avLst/>
          </a:prstGeom>
          <a:solidFill xmlns:a="http://schemas.openxmlformats.org/drawingml/2006/main">
            <a:srgbClr val="FFFFFF">
              <a:alpha val="80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5" name="Google Shape;65;p16">
            <a:extLst xmlns:a="http://schemas.openxmlformats.org/drawingml/2006/main">
              <a:ext uri="{FF2B5EF4-FFF2-40B4-BE49-F238E27FC236}">
                <a16:creationId xmlns:a16="http://schemas.microsoft.com/office/drawing/2014/main" id="{FAE8B8F6-03CE-4920-997D-6DFB7D0F9C62}"/>
              </a:ext>
            </a:extLst>
          </p:cNvPr>
          <p:cNvSpPr>
            <a:spLocks xmlns:a="http://schemas.openxmlformats.org/drawingml/2006/main" noGrp="1"/>
          </p:cNvSpPr>
          <p:nvPr/>
        </p:nvSpPr>
        <p:spPr>
          <a:xfrm xmlns:a="http://schemas.openxmlformats.org/drawingml/2006/main">
            <a:off x="4000500" y="3238500"/>
            <a:ext cx="1143000" cy="381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66" name="Google Shape;66;p16">
            <a:extLst xmlns:a="http://schemas.openxmlformats.org/drawingml/2006/main">
              <a:ext uri="{FF2B5EF4-FFF2-40B4-BE49-F238E27FC236}">
                <a16:creationId xmlns:a16="http://schemas.microsoft.com/office/drawing/2014/main" id="{A7DF770B-117A-4A72-9012-8BCEDB334B8A}"/>
              </a:ext>
            </a:extLst>
          </p:cNvPr>
          <p:cNvSpPr>
            <a:spLocks xmlns:a="http://schemas.openxmlformats.org/drawingml/2006/main" noGrp="1"/>
          </p:cNvSpPr>
          <p:nvPr/>
        </p:nvSpPr>
        <p:spPr>
          <a:xfrm xmlns:a="http://schemas.openxmlformats.org/drawingml/2006/main">
            <a:off x="571500" y="3333750"/>
            <a:ext cx="8001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38100" tIns="0" rIns="38100" bIns="0" anchor="ctr">
            <a:normAutofit fontScale="100000"/>
          </a:bodyPr>
          <a:lstStyle xmlns:a="http://schemas.openxmlformats.org/drawingml/2006/main"/>
          <a:p xmlns:a="http://schemas.openxmlformats.org/drawingml/2006/main">
            <a:pPr marL="0" lvl="0" indent="0" algn="ctr">
              <a:lnSpc>
                <a:spcPct val="92000"/>
              </a:lnSpc>
              <a:spcBef>
                <a:spcPts val="0"/>
              </a:spcBef>
              <a:spcAft>
                <a:spcPts val="0"/>
              </a:spcAft>
              <a:buNone/>
              <a:defRPr sz="3150" b="1">
                <a:solidFill>
                  <a:srgbClr val="111827"/>
                </a:solidFill>
                <a:latin typeface="Arial"/>
                <a:ea typeface="Arial"/>
                <a:cs typeface="Arial"/>
              </a:defRPr>
            </a:pPr>
            <a:r>
              <a:rPr sz="3150" b="1">
                <a:solidFill>
                  <a:srgbClr val="111827"/>
                </a:solidFill>
                <a:latin typeface="Arial"/>
                <a:ea typeface="Arial"/>
                <a:cs typeface="Arial"/>
              </a:rPr>
              <a:t>Security for UAV-Based 5G-Advanced</a:t>
            </a:r>
          </a:p>
          <a:p xmlns:a="http://schemas.openxmlformats.org/drawingml/2006/main">
            <a:pPr marL="0" lvl="0" indent="0" algn="ctr">
              <a:lnSpc>
                <a:spcPct val="92000"/>
              </a:lnSpc>
              <a:spcBef>
                <a:spcPts val="0"/>
              </a:spcBef>
              <a:spcAft>
                <a:spcPts val="0"/>
              </a:spcAft>
              <a:buNone/>
              <a:defRPr sz="3150" b="1">
                <a:solidFill>
                  <a:srgbClr val="111827"/>
                </a:solidFill>
                <a:latin typeface="Arial"/>
                <a:ea typeface="Arial"/>
                <a:cs typeface="Arial"/>
              </a:defRPr>
            </a:pPr>
            <a:r>
              <a:rPr sz="3150" b="1">
                <a:solidFill>
                  <a:srgbClr val="111827"/>
                </a:solidFill>
                <a:latin typeface="Arial"/>
                <a:ea typeface="Arial"/>
                <a:cs typeface="Arial"/>
              </a:rPr>
              <a:t>and 6G Networks</a:t>
            </a:r>
          </a:p>
        </p:txBody>
      </p:sp>
      <p:sp>
        <p:nvSpPr>
          <p:cNvPr id="67" name="Google Shape;67;p16">
            <a:extLst xmlns:a="http://schemas.openxmlformats.org/drawingml/2006/main">
              <a:ext uri="{FF2B5EF4-FFF2-40B4-BE49-F238E27FC236}">
                <a16:creationId xmlns:a16="http://schemas.microsoft.com/office/drawing/2014/main" id="{D79A5D71-3A84-49FE-89E5-64096B1A2437}"/>
              </a:ext>
            </a:extLst>
          </p:cNvPr>
          <p:cNvSpPr>
            <a:spLocks xmlns:a="http://schemas.openxmlformats.org/drawingml/2006/main" noGrp="1"/>
          </p:cNvSpPr>
          <p:nvPr/>
        </p:nvSpPr>
        <p:spPr>
          <a:xfrm xmlns:a="http://schemas.openxmlformats.org/drawingml/2006/main">
            <a:off x="571500" y="4381500"/>
            <a:ext cx="800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ctr">
              <a:spcBef>
                <a:spcPts val="0"/>
              </a:spcBef>
              <a:spcAft>
                <a:spcPts val="0"/>
              </a:spcAft>
              <a:buNone/>
              <a:defRPr sz="1275">
                <a:solidFill>
                  <a:srgbClr val="4B5563"/>
                </a:solidFill>
                <a:latin typeface="Arial"/>
                <a:ea typeface="Arial"/>
                <a:cs typeface="Arial"/>
              </a:defRPr>
            </a:pPr>
            <a:r>
              <a:rPr sz="1275">
                <a:solidFill>
                  <a:srgbClr val="4B5563"/>
                </a:solidFill>
                <a:latin typeface="Arial"/>
                <a:ea typeface="Arial"/>
                <a:cs typeface="Arial"/>
              </a:rPr>
              <a:t>Marc Duboc  ·  KAUST — SeRBER  ·  IMT Atlantique  ·  7 avril–31 juillet 2026</a:t>
            </a:r>
          </a:p>
        </p:txBody>
      </p:sp>
      <p:sp>
        <p:nvSpPr>
          <p:cNvPr id="68" name="Google Shape;68;p16">
            <a:extLst xmlns:a="http://schemas.openxmlformats.org/drawingml/2006/main">
              <a:ext uri="{FF2B5EF4-FFF2-40B4-BE49-F238E27FC236}">
                <a16:creationId xmlns:a16="http://schemas.microsoft.com/office/drawing/2014/main" id="{527FE7A5-E857-4F45-B89B-5447B44F002A}"/>
              </a:ext>
            </a:extLst>
          </p:cNvPr>
          <p:cNvSpPr>
            <a:spLocks xmlns:a="http://schemas.openxmlformats.org/drawingml/2006/main" noGrp="1"/>
          </p:cNvSpPr>
          <p:nvPr/>
        </p:nvSpPr>
        <p:spPr>
          <a:xfrm xmlns:a="http://schemas.openxmlformats.org/drawingml/2006/main">
            <a:off x="8810625" y="4953000"/>
            <a:ext cx="142800" cy="192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pic>
        <p:nvPicPr>
          <p:cNvPr id="76" name="Google Shape;69;p16"/>
          <p:cNvPicPr>
            <a:picLocks xmlns:a="http://schemas.openxmlformats.org/drawingml/2006/main" noChangeAspect="1"/>
          </p:cNvPicPr>
          <p:nvPr/>
        </p:nvPicPr>
        <p:blipFill rotWithShape="1">
          <a:blip xmlns:r="http://schemas.openxmlformats.org/officeDocument/2006/relationships" xmlns:a="http://schemas.openxmlformats.org/drawingml/2006/main" r:embed="R95bc1a49afe94b14">
            <a:alphaModFix/>
          </a:blip>
          <a:srcRect xmlns:a="http://schemas.openxmlformats.org/drawingml/2006/main" l="0" t="0" r="0" b="0"/>
          <a:stretch xmlns:a="http://schemas.openxmlformats.org/drawingml/2006/main"/>
        </p:blipFill>
        <p:spPr>
          <a:xfrm xmlns:a="http://schemas.openxmlformats.org/drawingml/2006/main">
            <a:off x="0" y="0"/>
            <a:ext cx="9144000" cy="304800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579852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10" name="Google Shape;94;p18"/>
          <p:cNvPicPr>
            <a:picLocks xmlns:a="http://schemas.openxmlformats.org/drawingml/2006/main" noChangeAspect="1"/>
          </p:cNvPicPr>
          <p:nvPr/>
        </p:nvPicPr>
        <p:blipFill rotWithShape="1">
          <a:blip xmlns:r="http://schemas.openxmlformats.org/officeDocument/2006/relationships" xmlns:a="http://schemas.openxmlformats.org/drawingml/2006/main" r:embed="R3c3fb1b76b63476e">
            <a:alphaModFix/>
          </a:blip>
          <a:srcRect xmlns:a="http://schemas.openxmlformats.org/drawingml/2006/main" l="0" t="5000" r="0" b="8000"/>
          <a:stretch xmlns:a="http://schemas.openxmlformats.org/drawingml/2006/main"/>
        </p:blipFill>
        <p:spPr>
          <a:xfrm xmlns:a="http://schemas.openxmlformats.org/drawingml/2006/main" flipH="0" flipV="0">
            <a:off x="3609227" y="1559038"/>
            <a:ext cx="5011666" cy="2916951"/>
          </a:xfrm>
          <a:prstGeom xmlns:a="http://schemas.openxmlformats.org/drawingml/2006/main" prst="rect">
            <a:avLst/>
          </a:prstGeom>
          <a:ln xmlns:a="http://schemas.openxmlformats.org/drawingml/2006/main" w="9525" cap="flat" cmpd="sng">
            <a:solidFill>
              <a:srgbClr val="E5E7EB"/>
            </a:solidFill>
            <a:prstDash val="solid"/>
            <a:round/>
          </a:ln>
        </p:spPr>
      </p:pic>
      <p:sp>
        <p:nvSpPr>
          <p:cNvPr id="95" name="Google Shape;95;p18">
            <a:extLst xmlns:a="http://schemas.openxmlformats.org/drawingml/2006/main">
              <a:ext uri="{FF2B5EF4-FFF2-40B4-BE49-F238E27FC236}">
                <a16:creationId xmlns:a16="http://schemas.microsoft.com/office/drawing/2014/main" id="{BF8F91C0-6FE7-45EA-8764-0C017E6D304D}"/>
              </a:ext>
            </a:extLst>
          </p:cNvPr>
          <p:cNvSpPr>
            <a:spLocks xmlns:a="http://schemas.openxmlformats.org/drawingml/2006/main" noGrp="1"/>
          </p:cNvSpPr>
          <p:nvPr/>
        </p:nvSpPr>
        <p:spPr>
          <a:xfrm xmlns:a="http://schemas.openxmlformats.org/drawingml/2006/main">
            <a:off x="405914" y="1028365"/>
            <a:ext cx="905400" cy="366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p>
        </p:txBody>
      </p:sp>
      <p:sp>
        <p:nvSpPr>
          <p:cNvPr id="96" name="Google Shape;96;p18">
            <a:extLst xmlns:a="http://schemas.openxmlformats.org/drawingml/2006/main">
              <a:ext uri="{FF2B5EF4-FFF2-40B4-BE49-F238E27FC236}">
                <a16:creationId xmlns:a16="http://schemas.microsoft.com/office/drawing/2014/main" id="{4BA53E14-69F5-4DFF-97DD-AC0D4491C565}"/>
              </a:ext>
            </a:extLst>
          </p:cNvPr>
          <p:cNvSpPr>
            <a:spLocks xmlns:a="http://schemas.openxmlformats.org/drawingml/2006/main" noGrp="1"/>
          </p:cNvSpPr>
          <p:nvPr/>
        </p:nvSpPr>
        <p:spPr>
          <a:xfrm xmlns:a="http://schemas.openxmlformats.org/drawingml/2006/main">
            <a:off x="8798570" y="4984694"/>
            <a:ext cx="128100" cy="183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w="9525" cmpd="sng">
            <a:solidFill>
              <a:schemeClr val="dk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p>
        </p:txBody>
      </p:sp>
      <p:sp>
        <p:nvSpPr>
          <p:cNvPr id="97" name="Google Shape;97;p18">
            <a:extLst xmlns:a="http://schemas.openxmlformats.org/drawingml/2006/main">
              <a:ext uri="{FF2B5EF4-FFF2-40B4-BE49-F238E27FC236}">
                <a16:creationId xmlns:a16="http://schemas.microsoft.com/office/drawing/2014/main" id="{E8AF8A0E-6E13-49E6-9292-D4B66AE500C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l">
              <a:spcBef>
                <a:spcPts val="0"/>
              </a:spcBef>
              <a:spcAft>
                <a:spcPts val="0"/>
              </a:spcAft>
              <a:buNone/>
              <a:defRPr sz="2400">
                <a:solidFill>
                  <a:srgbClr val="111827"/>
                </a:solidFill>
                <a:latin typeface="Arial"/>
                <a:ea typeface="Arial"/>
                <a:cs typeface="Arial"/>
              </a:defRPr>
            </a:pPr>
            <a:r>
              <a:rPr sz="2400">
                <a:solidFill>
                  <a:srgbClr val="111827"/>
                </a:solidFill>
                <a:latin typeface="Arial"/>
                <a:ea typeface="Arial"/>
                <a:cs typeface="Arial"/>
              </a:rPr>
              <a:t>Sécuriser commence par rendre le système observable</a:t>
            </a:r>
          </a:p>
        </p:txBody>
      </p:sp>
      <p:sp>
        <p:nvSpPr>
          <p:cNvPr id="98" name="Google Shape;98;p18">
            <a:extLst xmlns:a="http://schemas.openxmlformats.org/drawingml/2006/main">
              <a:ext uri="{FF2B5EF4-FFF2-40B4-BE49-F238E27FC236}">
                <a16:creationId xmlns:a16="http://schemas.microsoft.com/office/drawing/2014/main" id="{5E33EDC0-6818-4011-9F9E-46A59175A08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fontScale="100000"/>
          </a:bodyPr>
          <a:lstStyle xmlns:a="http://schemas.openxmlformats.org/drawingml/2006/main"/>
          <a:p xmlns:a="http://schemas.openxmlformats.org/drawingml/2006/main">
            <a:pPr marL="0" lvl="0" indent="0" algn="r">
              <a:spcBef>
                <a:spcPts val="0"/>
              </a:spcBef>
              <a:spcAft>
                <a:spcPts val="0"/>
              </a:spcAft>
              <a:buNone/>
              <a:defRPr sz="1050">
                <a:solidFill>
                  <a:srgbClr val="4B5563"/>
                </a:solidFill>
                <a:latin typeface="Arial"/>
                <a:ea typeface="Arial"/>
                <a:cs typeface="Arial"/>
              </a:defRPr>
            </a:pPr>
            <a:fld id="{E2598689-54C9-18A7-3A19-ED76AA08988F}" type="slidenum">
              <a:rPr sz="1050">
                <a:solidFill>
                  <a:srgbClr val="4B5563"/>
                </a:solidFill>
                <a:latin typeface="Arial"/>
                <a:ea typeface="Arial"/>
                <a:cs typeface="Arial"/>
              </a:rPr>
              <a:t>2</a:t>
            </a:fld>
          </a:p>
        </p:txBody>
      </p:sp>
      <p:sp>
        <p:nvSpPr>
          <p:cNvPr id="99" name="Google Shape;99;p18">
            <a:extLst xmlns:a="http://schemas.openxmlformats.org/drawingml/2006/main">
              <a:ext uri="{FF2B5EF4-FFF2-40B4-BE49-F238E27FC236}">
                <a16:creationId xmlns:a16="http://schemas.microsoft.com/office/drawing/2014/main" id="{6F7C3C02-5DBB-4EC9-90EA-C1E88BBE7AE5}"/>
              </a:ext>
            </a:extLst>
          </p:cNvPr>
          <p:cNvSpPr>
            <a:spLocks xmlns:a="http://schemas.openxmlformats.org/drawingml/2006/main" noGrp="1"/>
          </p:cNvSpPr>
          <p:nvPr/>
        </p:nvSpPr>
        <p:spPr>
          <a:xfrm xmlns:a="http://schemas.openxmlformats.org/drawingml/2006/main">
            <a:off x="311700" y="1389792"/>
            <a:ext cx="2571900" cy="35280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1" name="Google Shape;101;p18">
            <a:extLst xmlns:a="http://schemas.openxmlformats.org/drawingml/2006/main">
              <a:ext uri="{FF2B5EF4-FFF2-40B4-BE49-F238E27FC236}">
                <a16:creationId xmlns:a16="http://schemas.microsoft.com/office/drawing/2014/main" id="{DFE96842-BE09-400A-956C-A0584462570A}"/>
              </a:ext>
            </a:extLst>
          </p:cNvPr>
          <p:cNvSpPr>
            <a:spLocks xmlns:a="http://schemas.openxmlformats.org/drawingml/2006/main" noGrp="1"/>
          </p:cNvSpPr>
          <p:nvPr/>
        </p:nvSpPr>
        <p:spPr>
          <a:xfrm xmlns:a="http://schemas.openxmlformats.org/drawingml/2006/main" rot="0" flipH="0" flipV="0">
            <a:off x="590550" y="1559052"/>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2" name="Google Shape;102;p18">
            <a:extLst xmlns:a="http://schemas.openxmlformats.org/drawingml/2006/main">
              <a:ext uri="{FF2B5EF4-FFF2-40B4-BE49-F238E27FC236}">
                <a16:creationId xmlns:a16="http://schemas.microsoft.com/office/drawing/2014/main" id="{1F84A9BE-2F04-43DC-8441-1939F8244A36}"/>
              </a:ext>
            </a:extLst>
          </p:cNvPr>
          <p:cNvSpPr>
            <a:spLocks xmlns:a="http://schemas.openxmlformats.org/drawingml/2006/main" noGrp="1"/>
          </p:cNvSpPr>
          <p:nvPr/>
        </p:nvSpPr>
        <p:spPr>
          <a:xfrm xmlns:a="http://schemas.openxmlformats.org/drawingml/2006/main" rot="0" flipH="0" flipV="0">
            <a:off x="590550" y="1675975"/>
            <a:ext cx="21909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p xmlns:a="http://schemas.openxmlformats.org/drawingml/2006/main">
            <a:pPr>
              <a:lnSpc>
                <a:spcPct val="100000"/>
              </a:lnSpc>
              <a:buNone/>
              <a:defRPr sz="1500">
                <a:solidFill>
                  <a:srgbClr val="475569"/>
                </a:solidFill>
                <a:latin typeface="Arial"/>
                <a:ea typeface="Arial"/>
                <a:cs typeface="Arial"/>
              </a:defRPr>
            </a:pPr>
            <a:r>
              <a:rPr sz="1500" b="1">
                <a:solidFill>
                  <a:srgbClr val="475569"/>
                </a:solidFill>
                <a:latin typeface="Arial"/>
                <a:ea typeface="Arial"/>
                <a:cs typeface="Arial"/>
              </a:rPr>
              <a:t>BESOIN</a:t>
            </a:r>
          </a:p>
          <a:p xmlns:a="http://schemas.openxmlformats.org/drawingml/2006/main">
            <a:pPr>
              <a:lnSpc>
                <a:spcPct val="100000"/>
              </a:lnSpc>
              <a:buNone/>
              <a:defRPr sz="1500">
                <a:solidFill>
                  <a:srgbClr val="475569"/>
                </a:solidFill>
                <a:latin typeface="Arial"/>
                <a:ea typeface="Arial"/>
                <a:cs typeface="Arial"/>
              </a:defRPr>
            </a:pPr>
            <a:r>
              <a:rPr sz="1500">
                <a:solidFill>
                  <a:srgbClr val="475569"/>
                </a:solidFill>
                <a:latin typeface="Arial"/>
                <a:ea typeface="Arial"/>
                <a:cs typeface="Arial"/>
              </a:rPr>
              <a:t>Rétablir rapidement une couverture 5G après une crise.</a:t>
            </a:r>
          </a:p>
        </p:txBody>
      </p:sp>
      <p:sp>
        <p:nvSpPr>
          <p:cNvPr id="104" name="Google Shape;104;p18">
            <a:extLst xmlns:a="http://schemas.openxmlformats.org/drawingml/2006/main">
              <a:ext uri="{FF2B5EF4-FFF2-40B4-BE49-F238E27FC236}">
                <a16:creationId xmlns:a16="http://schemas.microsoft.com/office/drawing/2014/main" id="{9A8CBE4E-2277-487A-B333-A1D35542250C}"/>
              </a:ext>
            </a:extLst>
          </p:cNvPr>
          <p:cNvSpPr>
            <a:spLocks xmlns:a="http://schemas.openxmlformats.org/drawingml/2006/main" noGrp="1"/>
          </p:cNvSpPr>
          <p:nvPr/>
        </p:nvSpPr>
        <p:spPr>
          <a:xfrm xmlns:a="http://schemas.openxmlformats.org/drawingml/2006/main" rot="0" flipH="0" flipV="0">
            <a:off x="590550" y="3234352"/>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5" name="Google Shape;105;p18">
            <a:extLst xmlns:a="http://schemas.openxmlformats.org/drawingml/2006/main">
              <a:ext uri="{FF2B5EF4-FFF2-40B4-BE49-F238E27FC236}">
                <a16:creationId xmlns:a16="http://schemas.microsoft.com/office/drawing/2014/main" id="{6DC1C8B6-2747-4819-A4D9-C67CB752F22A}"/>
              </a:ext>
            </a:extLst>
          </p:cNvPr>
          <p:cNvSpPr>
            <a:spLocks xmlns:a="http://schemas.openxmlformats.org/drawingml/2006/main" noGrp="1"/>
          </p:cNvSpPr>
          <p:nvPr/>
        </p:nvSpPr>
        <p:spPr>
          <a:xfrm xmlns:a="http://schemas.openxmlformats.org/drawingml/2006/main" rot="0" flipH="0" flipV="0">
            <a:off x="590550" y="2688788"/>
            <a:ext cx="21909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p xmlns:a="http://schemas.openxmlformats.org/drawingml/2006/main">
            <a:pPr>
              <a:lnSpc>
                <a:spcPct val="100000"/>
              </a:lnSpc>
              <a:buNone/>
              <a:defRPr sz="1500">
                <a:solidFill>
                  <a:srgbClr val="475569"/>
                </a:solidFill>
                <a:latin typeface="Arial"/>
                <a:ea typeface="Arial"/>
                <a:cs typeface="Arial"/>
              </a:defRPr>
            </a:pPr>
            <a:r>
              <a:rPr sz="1500" b="1">
                <a:solidFill>
                  <a:srgbClr val="475569"/>
                </a:solidFill>
                <a:latin typeface="Arial"/>
                <a:ea typeface="Arial"/>
                <a:cs typeface="Arial"/>
              </a:rPr>
              <a:t>RISQUE</a:t>
            </a:r>
          </a:p>
          <a:p xmlns:a="http://schemas.openxmlformats.org/drawingml/2006/main">
            <a:pPr>
              <a:lnSpc>
                <a:spcPct val="100000"/>
              </a:lnSpc>
              <a:buNone/>
              <a:defRPr sz="1500">
                <a:solidFill>
                  <a:srgbClr val="475569"/>
                </a:solidFill>
                <a:latin typeface="Arial"/>
                <a:ea typeface="Arial"/>
                <a:cs typeface="Arial"/>
              </a:defRPr>
            </a:pPr>
            <a:r>
              <a:rPr sz="1500">
                <a:solidFill>
                  <a:srgbClr val="475569"/>
                </a:solidFill>
                <a:latin typeface="Arial"/>
                <a:ea typeface="Arial"/>
                <a:cs typeface="Arial"/>
              </a:rPr>
              <a:t>Une DU mobile et un F1 sans fil élargissent la surface d’attaque.</a:t>
            </a:r>
          </a:p>
        </p:txBody>
      </p:sp>
      <p:sp>
        <p:nvSpPr>
          <p:cNvPr id="107" name="Google Shape;107;p18">
            <a:extLst xmlns:a="http://schemas.openxmlformats.org/drawingml/2006/main">
              <a:ext uri="{FF2B5EF4-FFF2-40B4-BE49-F238E27FC236}">
                <a16:creationId xmlns:a16="http://schemas.microsoft.com/office/drawing/2014/main" id="{7195FD63-944F-435A-A2CE-1762AC725192}"/>
              </a:ext>
            </a:extLst>
          </p:cNvPr>
          <p:cNvSpPr>
            <a:spLocks xmlns:a="http://schemas.openxmlformats.org/drawingml/2006/main" noGrp="1"/>
          </p:cNvSpPr>
          <p:nvPr/>
        </p:nvSpPr>
        <p:spPr>
          <a:xfrm xmlns:a="http://schemas.openxmlformats.org/drawingml/2006/main" rot="0" flipH="0" flipV="0">
            <a:off x="3357925" y="1576502"/>
            <a:ext cx="38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08" name="Google Shape;108;p18">
            <a:extLst xmlns:a="http://schemas.openxmlformats.org/drawingml/2006/main">
              <a:ext uri="{FF2B5EF4-FFF2-40B4-BE49-F238E27FC236}">
                <a16:creationId xmlns:a16="http://schemas.microsoft.com/office/drawing/2014/main" id="{539448CE-06A6-4F78-BD96-3E7313086531}"/>
              </a:ext>
            </a:extLst>
          </p:cNvPr>
          <p:cNvSpPr>
            <a:spLocks xmlns:a="http://schemas.openxmlformats.org/drawingml/2006/main" noGrp="1"/>
          </p:cNvSpPr>
          <p:nvPr/>
        </p:nvSpPr>
        <p:spPr>
          <a:xfrm xmlns:a="http://schemas.openxmlformats.org/drawingml/2006/main" rot="0" flipH="0" flipV="0">
            <a:off x="590550" y="3801075"/>
            <a:ext cx="2190900" cy="20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fontScale="100000"/>
          </a:bodyPr>
          <a:lstStyle xmlns:a="http://schemas.openxmlformats.org/drawingml/2006/main"/>
          <a:p xmlns:a="http://schemas.openxmlformats.org/drawingml/2006/main">
            <a:pPr>
              <a:lnSpc>
                <a:spcPct val="100000"/>
              </a:lnSpc>
              <a:buNone/>
              <a:defRPr sz="1500">
                <a:solidFill>
                  <a:srgbClr val="475569"/>
                </a:solidFill>
                <a:latin typeface="Arial"/>
                <a:ea typeface="Arial"/>
                <a:cs typeface="Arial"/>
              </a:defRPr>
            </a:pPr>
            <a:r>
              <a:rPr sz="1500" b="1">
                <a:solidFill>
                  <a:srgbClr val="475569"/>
                </a:solidFill>
                <a:latin typeface="Arial"/>
                <a:ea typeface="Arial"/>
                <a:cs typeface="Arial"/>
              </a:rPr>
              <a:t>MISSION</a:t>
            </a:r>
          </a:p>
          <a:p xmlns:a="http://schemas.openxmlformats.org/drawingml/2006/main">
            <a:pPr>
              <a:lnSpc>
                <a:spcPct val="100000"/>
              </a:lnSpc>
              <a:buNone/>
              <a:defRPr sz="1500">
                <a:solidFill>
                  <a:srgbClr val="475569"/>
                </a:solidFill>
                <a:latin typeface="Arial"/>
                <a:ea typeface="Arial"/>
                <a:cs typeface="Arial"/>
              </a:defRPr>
            </a:pPr>
            <a:r>
              <a:rPr sz="1500">
                <a:solidFill>
                  <a:srgbClr val="475569"/>
                </a:solidFill>
                <a:latin typeface="Arial"/>
                <a:ea typeface="Arial"/>
                <a:cs typeface="Arial"/>
              </a:rPr>
              <a:t>Construire un banc au sol qui prouve PWS, données et chemin F1.</a:t>
            </a:r>
          </a:p>
        </p:txBody>
      </p:sp>
    </p:spTree>
    <p:extLst>
      <p:ext uri="{BB962C8B-B14F-4D97-AF65-F5344CB8AC3E}">
        <p14:creationId xmlns:p14="http://schemas.microsoft.com/office/powerpoint/2010/main" val="191112691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72" name="Google Shape;172;p22">
            <a:extLst xmlns:a="http://schemas.openxmlformats.org/drawingml/2006/main">
              <a:ext uri="{FF2B5EF4-FFF2-40B4-BE49-F238E27FC236}">
                <a16:creationId xmlns:a16="http://schemas.microsoft.com/office/drawing/2014/main" id="{AB162BA6-A7DC-4491-B2DB-77416E370A55}"/>
              </a:ext>
            </a:extLst>
          </p:cNvPr>
          <p:cNvSpPr>
            <a:spLocks xmlns:a="http://schemas.openxmlformats.org/drawingml/2006/main" noGrp="1"/>
          </p:cNvSpPr>
          <p:nvPr/>
        </p:nvSpPr>
        <p:spPr>
          <a:xfrm xmlns:a="http://schemas.openxmlformats.org/drawingml/2006/main">
            <a:off x="400050" y="381000"/>
            <a:ext cx="762000" cy="381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73" name="Google Shape;173;p22">
            <a:extLst xmlns:a="http://schemas.openxmlformats.org/drawingml/2006/main">
              <a:ext uri="{FF2B5EF4-FFF2-40B4-BE49-F238E27FC236}">
                <a16:creationId xmlns:a16="http://schemas.microsoft.com/office/drawing/2014/main" id="{31504A36-9355-44D3-9ADC-302277C0CFF2}"/>
              </a:ext>
            </a:extLst>
          </p:cNvPr>
          <p:cNvSpPr>
            <a:spLocks xmlns:a="http://schemas.openxmlformats.org/drawingml/2006/main" noGrp="1"/>
          </p:cNvSpPr>
          <p:nvPr/>
        </p:nvSpPr>
        <p:spPr>
          <a:xfrm xmlns:a="http://schemas.openxmlformats.org/drawingml/2006/main">
            <a:off x="400050" y="523875"/>
            <a:ext cx="83439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l">
              <a:spcBef>
                <a:spcPts val="0"/>
              </a:spcBef>
              <a:spcAft>
                <a:spcPts val="0"/>
              </a:spcAft>
              <a:buNone/>
              <a:defRPr sz="2100" b="1">
                <a:solidFill>
                  <a:srgbClr val="111827"/>
                </a:solidFill>
                <a:latin typeface="Arial"/>
                <a:ea typeface="Arial"/>
                <a:cs typeface="Arial"/>
              </a:defRPr>
            </a:pPr>
            <a:r>
              <a:rPr sz="2100" b="1">
                <a:solidFill>
                  <a:srgbClr val="111827"/>
                </a:solidFill>
                <a:latin typeface="Arial"/>
                <a:ea typeface="Arial"/>
                <a:cs typeface="Arial"/>
              </a:rPr>
              <a:t>Un banc 5G conçu comme une chaîne de preuves</a:t>
            </a:r>
          </a:p>
        </p:txBody>
      </p:sp>
      <p:sp>
        <p:nvSpPr>
          <p:cNvPr id="174" name="Google Shape;174;p22">
            <a:extLst xmlns:a="http://schemas.openxmlformats.org/drawingml/2006/main">
              <a:ext uri="{FF2B5EF4-FFF2-40B4-BE49-F238E27FC236}">
                <a16:creationId xmlns:a16="http://schemas.microsoft.com/office/drawing/2014/main" id="{2177994F-837C-412C-9083-A5C2FBC01A62}"/>
              </a:ext>
            </a:extLst>
          </p:cNvPr>
          <p:cNvSpPr>
            <a:spLocks xmlns:a="http://schemas.openxmlformats.org/drawingml/2006/main" noGrp="1"/>
          </p:cNvSpPr>
          <p:nvPr/>
        </p:nvSpPr>
        <p:spPr>
          <a:xfrm xmlns:a="http://schemas.openxmlformats.org/drawingml/2006/main">
            <a:off x="6926775" y="3135200"/>
            <a:ext cx="13716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
            </a:r>
          </a:p>
        </p:txBody>
      </p:sp>
      <p:pic>
        <p:nvPicPr>
          <p:cNvPr id="179" name="Google Shape;175;p22"/>
          <p:cNvPicPr>
            <a:picLocks xmlns:a="http://schemas.openxmlformats.org/drawingml/2006/main" noChangeAspect="1"/>
          </p:cNvPicPr>
          <p:nvPr/>
        </p:nvPicPr>
        <p:blipFill>
          <a:blip xmlns:r="http://schemas.openxmlformats.org/officeDocument/2006/relationships" xmlns:a="http://schemas.openxmlformats.org/drawingml/2006/main" r:embed="R2ed73fd143f84bdf">
            <a:alphaModFix/>
            <a:extLst>
              <a:ext uri="{96DAC541-7B7A-43D3-8B79-37D633B846F1}">
                <asvg:svgBlip xmlns:asvg="http://schemas.microsoft.com/office/drawing/2016/SVG/main" r:embed="R7431cac21c4e4d6a"/>
              </a:ext>
            </a:extLst>
          </a:blip>
          <a:srcRect xmlns:a="http://schemas.openxmlformats.org/drawingml/2006/main" l="0" t="0" r="0" b="0"/>
          <a:stretch xmlns:a="http://schemas.openxmlformats.org/drawingml/2006/main">
            <a:fillRect l="0" t="0" r="0" b="0"/>
          </a:stretch>
        </p:blipFill>
        <p:spPr>
          <a:xfrm xmlns:a="http://schemas.openxmlformats.org/drawingml/2006/main" flipH="0" flipV="0">
            <a:off x="795325" y="928825"/>
            <a:ext cx="7361803" cy="414322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7801784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0" name="Google Shape;180;p23">
            <a:extLst xmlns:a="http://schemas.openxmlformats.org/drawingml/2006/main">
              <a:ext uri="{FF2B5EF4-FFF2-40B4-BE49-F238E27FC236}">
                <a16:creationId xmlns:a16="http://schemas.microsoft.com/office/drawing/2014/main" id="{9604E35A-3BA1-4A07-A7D7-21D52D452887}"/>
              </a:ext>
            </a:extLst>
          </p:cNvPr>
          <p:cNvSpPr>
            <a:spLocks xmlns:a="http://schemas.openxmlformats.org/drawingml/2006/main" noGrp="1"/>
          </p:cNvSpPr>
          <p:nvPr/>
        </p:nvSpPr>
        <p:spPr>
          <a:xfrm xmlns:a="http://schemas.openxmlformats.org/drawingml/2006/main">
            <a:off x="400050" y="381000"/>
            <a:ext cx="762000" cy="381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181" name="Google Shape;181;p23">
            <a:extLst xmlns:a="http://schemas.openxmlformats.org/drawingml/2006/main">
              <a:ext uri="{FF2B5EF4-FFF2-40B4-BE49-F238E27FC236}">
                <a16:creationId xmlns:a16="http://schemas.microsoft.com/office/drawing/2014/main" id="{078B5346-4E63-44B1-BF20-80BC85D3D425}"/>
              </a:ext>
            </a:extLst>
          </p:cNvPr>
          <p:cNvSpPr>
            <a:spLocks xmlns:a="http://schemas.openxmlformats.org/drawingml/2006/main" noGrp="1"/>
          </p:cNvSpPr>
          <p:nvPr/>
        </p:nvSpPr>
        <p:spPr>
          <a:xfrm xmlns:a="http://schemas.openxmlformats.org/drawingml/2006/main">
            <a:off x="400050" y="523875"/>
            <a:ext cx="5715000" cy="47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l">
              <a:spcBef>
                <a:spcPts val="0"/>
              </a:spcBef>
              <a:spcAft>
                <a:spcPts val="0"/>
              </a:spcAft>
              <a:buNone/>
              <a:defRPr sz="2400" b="1">
                <a:solidFill>
                  <a:srgbClr val="111827"/>
                </a:solidFill>
                <a:latin typeface="Arial"/>
                <a:ea typeface="Arial"/>
                <a:cs typeface="Arial"/>
              </a:defRPr>
            </a:pPr>
            <a:r>
              <a:rPr sz="2400" b="1">
                <a:solidFill>
                  <a:srgbClr val="111827"/>
                </a:solidFill>
                <a:latin typeface="Arial"/>
                <a:ea typeface="Arial"/>
                <a:cs typeface="Arial"/>
              </a:rPr>
              <a:t>Trois F1 validés ; 68 Mbit/s sur Jetson</a:t>
            </a:r>
          </a:p>
        </p:txBody>
      </p:sp>
      <p:sp>
        <p:nvSpPr>
          <p:cNvPr id="182" name="Google Shape;182;p23">
            <a:extLst xmlns:a="http://schemas.openxmlformats.org/drawingml/2006/main">
              <a:ext uri="{FF2B5EF4-FFF2-40B4-BE49-F238E27FC236}">
                <a16:creationId xmlns:a16="http://schemas.microsoft.com/office/drawing/2014/main" id="{A5FE5088-1B8B-4F75-8285-96C5671C8E6E}"/>
              </a:ext>
            </a:extLst>
          </p:cNvPr>
          <p:cNvSpPr>
            <a:spLocks xmlns:a="http://schemas.openxmlformats.org/drawingml/2006/main" noGrp="1"/>
          </p:cNvSpPr>
          <p:nvPr/>
        </p:nvSpPr>
        <p:spPr>
          <a:xfrm xmlns:a="http://schemas.openxmlformats.org/drawingml/2006/main">
            <a:off x="6926775" y="3135200"/>
            <a:ext cx="13716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t/>
            </a:r>
          </a:p>
        </p:txBody>
      </p:sp>
      <p:pic>
        <p:nvPicPr>
          <p:cNvPr id="187" name="Google Shape;183;p23"/>
          <p:cNvPicPr>
            <a:picLocks xmlns:a="http://schemas.openxmlformats.org/drawingml/2006/main" noChangeAspect="1"/>
          </p:cNvPicPr>
          <p:nvPr/>
        </p:nvPicPr>
        <p:blipFill rotWithShape="1">
          <a:blip xmlns:r="http://schemas.openxmlformats.org/officeDocument/2006/relationships" xmlns:a="http://schemas.openxmlformats.org/drawingml/2006/main" r:embed="R36bad8997f254a65">
            <a:alphaModFix/>
            <a:extLst>
              <a:ext uri="{96DAC541-7B7A-43D3-8B79-37D633B846F1}">
                <asvg:svgBlip xmlns:asvg="http://schemas.microsoft.com/office/drawing/2016/SVG/main" r:embed="R8bb4bfe7d59b4f99"/>
              </a:ext>
            </a:extLst>
          </a:blip>
          <a:srcRect xmlns:a="http://schemas.openxmlformats.org/drawingml/2006/main" l="0" t="0" r="0" b="0"/>
          <a:stretch xmlns:a="http://schemas.openxmlformats.org/drawingml/2006/main"/>
        </p:blipFill>
        <p:spPr>
          <a:xfrm xmlns:a="http://schemas.openxmlformats.org/drawingml/2006/main" flipH="0" flipV="0">
            <a:off x="1600513" y="1163875"/>
            <a:ext cx="5942973" cy="35444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12595286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07" name="Google Shape;207;p25">
            <a:extLst xmlns:a="http://schemas.openxmlformats.org/drawingml/2006/main">
              <a:ext uri="{FF2B5EF4-FFF2-40B4-BE49-F238E27FC236}">
                <a16:creationId xmlns:a16="http://schemas.microsoft.com/office/drawing/2014/main" id="{1A9D7CB6-8F47-4EB8-B751-F760FC8FA589}"/>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9FA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08" name="Google Shape;208;p25">
            <a:extLst xmlns:a="http://schemas.openxmlformats.org/drawingml/2006/main">
              <a:ext uri="{FF2B5EF4-FFF2-40B4-BE49-F238E27FC236}">
                <a16:creationId xmlns:a16="http://schemas.microsoft.com/office/drawing/2014/main" id="{E2720945-BF0F-4EC8-B44D-6F0325B3B24E}"/>
              </a:ext>
            </a:extLst>
          </p:cNvPr>
          <p:cNvSpPr>
            <a:spLocks xmlns:a="http://schemas.openxmlformats.org/drawingml/2006/main" noGrp="1"/>
          </p:cNvSpPr>
          <p:nvPr/>
        </p:nvSpPr>
        <p:spPr>
          <a:xfrm xmlns:a="http://schemas.openxmlformats.org/drawingml/2006/main">
            <a:off x="400050" y="1028700"/>
            <a:ext cx="904800" cy="381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09" name="Google Shape;209;p25">
            <a:extLst xmlns:a="http://schemas.openxmlformats.org/drawingml/2006/main">
              <a:ext uri="{FF2B5EF4-FFF2-40B4-BE49-F238E27FC236}">
                <a16:creationId xmlns:a16="http://schemas.microsoft.com/office/drawing/2014/main" id="{FC3D2D45-4744-44FC-8C5F-AE70BD7A5481}"/>
              </a:ext>
            </a:extLst>
          </p:cNvPr>
          <p:cNvSpPr>
            <a:spLocks xmlns:a="http://schemas.openxmlformats.org/drawingml/2006/main" noGrp="1"/>
          </p:cNvSpPr>
          <p:nvPr/>
        </p:nvSpPr>
        <p:spPr>
          <a:xfrm xmlns:a="http://schemas.openxmlformats.org/drawingml/2006/main">
            <a:off x="400050" y="381000"/>
            <a:ext cx="83439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l">
              <a:spcBef>
                <a:spcPts val="0"/>
              </a:spcBef>
              <a:spcAft>
                <a:spcPts val="0"/>
              </a:spcAft>
              <a:buNone/>
              <a:defRPr sz="2850" b="1">
                <a:solidFill>
                  <a:srgbClr val="111827"/>
                </a:solidFill>
                <a:latin typeface="Arial"/>
                <a:ea typeface="Arial"/>
                <a:cs typeface="Arial"/>
              </a:defRPr>
            </a:pPr>
            <a:r>
              <a:rPr sz="2850" b="1">
                <a:solidFill>
                  <a:srgbClr val="111827"/>
                </a:solidFill>
                <a:latin typeface="Arial"/>
                <a:ea typeface="Arial"/>
                <a:cs typeface="Arial"/>
              </a:rPr>
              <a:t>Une base vérifiable avant l’intégration UAV</a:t>
            </a:r>
          </a:p>
        </p:txBody>
      </p:sp>
      <p:sp>
        <p:nvSpPr>
          <p:cNvPr id="210" name="Google Shape;210;p25">
            <a:extLst xmlns:a="http://schemas.openxmlformats.org/drawingml/2006/main">
              <a:ext uri="{FF2B5EF4-FFF2-40B4-BE49-F238E27FC236}">
                <a16:creationId xmlns:a16="http://schemas.microsoft.com/office/drawing/2014/main" id="{99A5E97A-384D-4B34-8241-233DC210B5F2}"/>
              </a:ext>
            </a:extLst>
          </p:cNvPr>
          <p:cNvSpPr>
            <a:spLocks xmlns:a="http://schemas.openxmlformats.org/drawingml/2006/main" noGrp="1"/>
          </p:cNvSpPr>
          <p:nvPr/>
        </p:nvSpPr>
        <p:spPr>
          <a:xfrm xmlns:a="http://schemas.openxmlformats.org/drawingml/2006/main">
            <a:off x="400050" y="1190625"/>
            <a:ext cx="4286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l">
              <a:lnSpc>
                <a:spcPct val="100000"/>
              </a:lnSpc>
              <a:spcBef>
                <a:spcPts val="0"/>
              </a:spcBef>
              <a:spcAft>
                <a:spcPts val="0"/>
              </a:spcAft>
              <a:buNone/>
              <a:defRPr sz="1275" i="1">
                <a:solidFill>
                  <a:srgbClr val="475569"/>
                </a:solidFill>
                <a:latin typeface="Arial"/>
                <a:ea typeface="Arial"/>
                <a:cs typeface="Arial"/>
              </a:defRPr>
            </a:pPr>
            <a:r>
              <a:rPr sz="1275" i="1">
                <a:solidFill>
                  <a:srgbClr val="475569"/>
                </a:solidFill>
                <a:latin typeface="Arial"/>
                <a:ea typeface="Arial"/>
                <a:cs typeface="Arial"/>
              </a:rPr>
              <a:t>Le stage transforme un scénario de sécurité 5G/6G en plateforme expérimentale reproductible — sans confondre validation au sol et système aérien.</a:t>
            </a:r>
          </a:p>
        </p:txBody>
      </p:sp>
      <p:pic>
        <p:nvPicPr>
          <p:cNvPr id="237" name="Google Shape;211;p25"/>
          <p:cNvPicPr>
            <a:picLocks xmlns:a="http://schemas.openxmlformats.org/drawingml/2006/main" noChangeAspect="1"/>
          </p:cNvPicPr>
          <p:nvPr/>
        </p:nvPicPr>
        <p:blipFill rotWithShape="1">
          <a:blip xmlns:r="http://schemas.openxmlformats.org/officeDocument/2006/relationships" xmlns:a="http://schemas.openxmlformats.org/drawingml/2006/main" r:embed="R872b844490d44fa4">
            <a:alphaModFix/>
          </a:blip>
          <a:srcRect xmlns:a="http://schemas.openxmlformats.org/drawingml/2006/main" l="0" t="16000" r="0" b="37000"/>
          <a:stretch xmlns:a="http://schemas.openxmlformats.org/drawingml/2006/main"/>
        </p:blipFill>
        <p:spPr>
          <a:xfrm xmlns:a="http://schemas.openxmlformats.org/drawingml/2006/main" flipH="0" flipV="0">
            <a:off x="4953000" y="1238250"/>
            <a:ext cx="3619500" cy="2286000"/>
          </a:xfrm>
          <a:prstGeom xmlns:a="http://schemas.openxmlformats.org/drawingml/2006/main" prst="roundRect">
            <a:avLst/>
          </a:prstGeom>
          <a:ln xmlns:a="http://schemas.openxmlformats.org/drawingml/2006/main">
            <a:noFill/>
          </a:ln>
        </p:spPr>
      </p:pic>
      <p:sp>
        <p:nvSpPr>
          <p:cNvPr id="212" name="Google Shape;212;p25">
            <a:extLst xmlns:a="http://schemas.openxmlformats.org/drawingml/2006/main">
              <a:ext uri="{FF2B5EF4-FFF2-40B4-BE49-F238E27FC236}">
                <a16:creationId xmlns:a16="http://schemas.microsoft.com/office/drawing/2014/main" id="{A2E66A69-6928-437E-902F-4130BCD8A361}"/>
              </a:ext>
            </a:extLst>
          </p:cNvPr>
          <p:cNvSpPr>
            <a:spLocks xmlns:a="http://schemas.openxmlformats.org/drawingml/2006/main" noGrp="1"/>
          </p:cNvSpPr>
          <p:nvPr/>
        </p:nvSpPr>
        <p:spPr>
          <a:xfrm xmlns:a="http://schemas.openxmlformats.org/drawingml/2006/main">
            <a:off x="4953000" y="1238250"/>
            <a:ext cx="3619500" cy="2286000"/>
          </a:xfrm>
          <a:prstGeom xmlns:a="http://schemas.openxmlformats.org/drawingml/2006/main" prst="roundRect">
            <a:avLst>
              <a:gd name="adj" fmla="val 5000"/>
            </a:avLst>
          </a:prstGeom>
          <a:solidFill xmlns:a="http://schemas.openxmlformats.org/drawingml/2006/main">
            <a:srgbClr val="000000">
              <a:alpha val="0"/>
            </a:srgbClr>
          </a:solidFill>
          <a:ln xmlns:a="http://schemas.openxmlformats.org/drawingml/2006/main" w="9525"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14" name="Google Shape;214;p25">
            <a:extLst xmlns:a="http://schemas.openxmlformats.org/drawingml/2006/main">
              <a:ext uri="{FF2B5EF4-FFF2-40B4-BE49-F238E27FC236}">
                <a16:creationId xmlns:a16="http://schemas.microsoft.com/office/drawing/2014/main" id="{A3393AB0-1BB2-44B7-9C83-4FC16CAF2574}"/>
              </a:ext>
            </a:extLst>
          </p:cNvPr>
          <p:cNvSpPr>
            <a:spLocks xmlns:a="http://schemas.openxmlformats.org/drawingml/2006/main" noGrp="1"/>
          </p:cNvSpPr>
          <p:nvPr/>
        </p:nvSpPr>
        <p:spPr>
          <a:xfrm xmlns:a="http://schemas.openxmlformats.org/drawingml/2006/main" rot="0" flipH="0" flipV="0">
            <a:off x="400050" y="2095500"/>
            <a:ext cx="4286400" cy="809700"/>
          </a:xfrm>
          <a:prstGeom xmlns:a="http://schemas.openxmlformats.org/drawingml/2006/main" prst="roundRect">
            <a:avLst>
              <a:gd name="adj" fmla="val 14117"/>
            </a:avLst>
          </a:prstGeom>
          <a:solidFill xmlns:a="http://schemas.openxmlformats.org/drawingml/2006/main">
            <a:srgbClr val="FFFFFF"/>
          </a:solidFill>
          <a:ln xmlns:a="http://schemas.openxmlformats.org/drawingml/2006/main" w="9525"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15" name="Google Shape;215;p25">
            <a:extLst xmlns:a="http://schemas.openxmlformats.org/drawingml/2006/main">
              <a:ext uri="{FF2B5EF4-FFF2-40B4-BE49-F238E27FC236}">
                <a16:creationId xmlns:a16="http://schemas.microsoft.com/office/drawing/2014/main" id="{1553124B-B4AC-429B-A547-468A32EE34E8}"/>
              </a:ext>
            </a:extLst>
          </p:cNvPr>
          <p:cNvSpPr>
            <a:spLocks xmlns:a="http://schemas.openxmlformats.org/drawingml/2006/main" noGrp="1"/>
          </p:cNvSpPr>
          <p:nvPr/>
        </p:nvSpPr>
        <p:spPr>
          <a:xfrm xmlns:a="http://schemas.openxmlformats.org/drawingml/2006/main" rot="0" flipH="0" flipV="0">
            <a:off x="552450" y="2238375"/>
            <a:ext cx="381000" cy="190500"/>
          </a:xfrm>
          <a:prstGeom xmlns:a="http://schemas.openxmlformats.org/drawingml/2006/main" prst="roundRect">
            <a:avLst>
              <a:gd name="adj" fmla="val 20000"/>
            </a:avLst>
          </a:prstGeom>
          <a:solidFill xmlns:a="http://schemas.openxmlformats.org/drawingml/2006/main">
            <a:srgbClr val="10B981"/>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16" name="Google Shape;216;p25">
            <a:extLst xmlns:a="http://schemas.openxmlformats.org/drawingml/2006/main">
              <a:ext uri="{FF2B5EF4-FFF2-40B4-BE49-F238E27FC236}">
                <a16:creationId xmlns:a16="http://schemas.microsoft.com/office/drawing/2014/main" id="{08898B87-84FB-4512-9A37-DD5102766750}"/>
              </a:ext>
            </a:extLst>
          </p:cNvPr>
          <p:cNvSpPr>
            <a:spLocks xmlns:a="http://schemas.openxmlformats.org/drawingml/2006/main" noGrp="1"/>
          </p:cNvSpPr>
          <p:nvPr/>
        </p:nvSpPr>
        <p:spPr>
          <a:xfrm xmlns:a="http://schemas.openxmlformats.org/drawingml/2006/main" rot="0" flipH="0" flipV="0">
            <a:off x="552450" y="2238375"/>
            <a:ext cx="381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ctr">
              <a:spcBef>
                <a:spcPts val="0"/>
              </a:spcBef>
              <a:spcAft>
                <a:spcPts val="0"/>
              </a:spcAft>
              <a:buNone/>
              <a:defRPr sz="713" b="1">
                <a:solidFill>
                  <a:srgbClr val="FFFFFF"/>
                </a:solidFill>
                <a:latin typeface="Arial"/>
                <a:ea typeface="Arial"/>
                <a:cs typeface="Arial"/>
              </a:defRPr>
            </a:pPr>
            <a:r>
              <a:rPr sz="713" b="1">
                <a:solidFill>
                  <a:srgbClr val="FFFFFF"/>
                </a:solidFill>
                <a:latin typeface="Arial"/>
                <a:ea typeface="Arial"/>
                <a:cs typeface="Arial"/>
              </a:rPr>
              <a:t>VALIDÉ</a:t>
            </a:r>
          </a:p>
        </p:txBody>
      </p:sp>
      <p:sp>
        <p:nvSpPr>
          <p:cNvPr id="217" name="Google Shape;217;p25">
            <a:extLst xmlns:a="http://schemas.openxmlformats.org/drawingml/2006/main">
              <a:ext uri="{FF2B5EF4-FFF2-40B4-BE49-F238E27FC236}">
                <a16:creationId xmlns:a16="http://schemas.microsoft.com/office/drawing/2014/main" id="{C78CA341-BB9F-4032-BCC8-40C41CDE8CD2}"/>
              </a:ext>
            </a:extLst>
          </p:cNvPr>
          <p:cNvSpPr>
            <a:spLocks xmlns:a="http://schemas.openxmlformats.org/drawingml/2006/main" noGrp="1"/>
          </p:cNvSpPr>
          <p:nvPr/>
        </p:nvSpPr>
        <p:spPr>
          <a:xfrm xmlns:a="http://schemas.openxmlformats.org/drawingml/2006/main" rot="0" flipH="0" flipV="0">
            <a:off x="1047750" y="2209800"/>
            <a:ext cx="3429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a:buNone/>
              <a:defRPr sz="1350">
                <a:solidFill>
                  <a:srgbClr val="111827"/>
                </a:solidFill>
                <a:latin typeface="Arial"/>
                <a:ea typeface="Arial"/>
                <a:cs typeface="Arial"/>
              </a:defRPr>
            </a:pPr>
            <a:r>
              <a:rPr sz="1350" b="1">
                <a:solidFill>
                  <a:srgbClr val="111827"/>
                </a:solidFill>
                <a:latin typeface="Arial"/>
                <a:ea typeface="Arial"/>
                <a:cs typeface="Arial"/>
              </a:rPr>
              <a:t>Service de bout en bout
</a:t>
            </a:r>
            <a:r>
              <a:rPr sz="1350">
                <a:solidFill>
                  <a:srgbClr val="111827"/>
                </a:solidFill>
                <a:latin typeface="Arial"/>
                <a:ea typeface="Arial"/>
                <a:cs typeface="Arial"/>
              </a:rPr>
              <a:t>F1 ×3 · Internet UE · PWS affiché</a:t>
            </a:r>
          </a:p>
        </p:txBody>
      </p:sp>
      <p:sp>
        <p:nvSpPr>
          <p:cNvPr id="219" name="Google Shape;219;p25">
            <a:extLst xmlns:a="http://schemas.openxmlformats.org/drawingml/2006/main">
              <a:ext uri="{FF2B5EF4-FFF2-40B4-BE49-F238E27FC236}">
                <a16:creationId xmlns:a16="http://schemas.microsoft.com/office/drawing/2014/main" id="{0DBD57D4-1F8A-4448-907E-AB000CA2059E}"/>
              </a:ext>
            </a:extLst>
          </p:cNvPr>
          <p:cNvSpPr>
            <a:spLocks xmlns:a="http://schemas.openxmlformats.org/drawingml/2006/main" noGrp="1"/>
          </p:cNvSpPr>
          <p:nvPr/>
        </p:nvSpPr>
        <p:spPr>
          <a:xfrm xmlns:a="http://schemas.openxmlformats.org/drawingml/2006/main" rot="0" flipH="0" flipV="0">
            <a:off x="400050" y="3000375"/>
            <a:ext cx="4286400" cy="809700"/>
          </a:xfrm>
          <a:prstGeom xmlns:a="http://schemas.openxmlformats.org/drawingml/2006/main" prst="roundRect">
            <a:avLst>
              <a:gd name="adj" fmla="val 14117"/>
            </a:avLst>
          </a:prstGeom>
          <a:solidFill xmlns:a="http://schemas.openxmlformats.org/drawingml/2006/main">
            <a:srgbClr val="FFFFFF"/>
          </a:solidFill>
          <a:ln xmlns:a="http://schemas.openxmlformats.org/drawingml/2006/main" w="9525"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20" name="Google Shape;220;p25">
            <a:extLst xmlns:a="http://schemas.openxmlformats.org/drawingml/2006/main">
              <a:ext uri="{FF2B5EF4-FFF2-40B4-BE49-F238E27FC236}">
                <a16:creationId xmlns:a16="http://schemas.microsoft.com/office/drawing/2014/main" id="{C96CB20B-141F-4DB2-9928-960A5ABEFA76}"/>
              </a:ext>
            </a:extLst>
          </p:cNvPr>
          <p:cNvSpPr>
            <a:spLocks xmlns:a="http://schemas.openxmlformats.org/drawingml/2006/main" noGrp="1"/>
          </p:cNvSpPr>
          <p:nvPr/>
        </p:nvSpPr>
        <p:spPr>
          <a:xfrm xmlns:a="http://schemas.openxmlformats.org/drawingml/2006/main" rot="0" flipH="0" flipV="0">
            <a:off x="552450" y="3143250"/>
            <a:ext cx="381000" cy="190500"/>
          </a:xfrm>
          <a:prstGeom xmlns:a="http://schemas.openxmlformats.org/drawingml/2006/main" prst="roundRect">
            <a:avLst>
              <a:gd name="adj" fmla="val 20000"/>
            </a:avLst>
          </a:prstGeom>
          <a:solidFill xmlns:a="http://schemas.openxmlformats.org/drawingml/2006/main">
            <a:srgbClr val="3B82F6"/>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21" name="Google Shape;221;p25">
            <a:extLst xmlns:a="http://schemas.openxmlformats.org/drawingml/2006/main">
              <a:ext uri="{FF2B5EF4-FFF2-40B4-BE49-F238E27FC236}">
                <a16:creationId xmlns:a16="http://schemas.microsoft.com/office/drawing/2014/main" id="{0551088D-8895-4EAF-BF01-424CEF661B38}"/>
              </a:ext>
            </a:extLst>
          </p:cNvPr>
          <p:cNvSpPr>
            <a:spLocks xmlns:a="http://schemas.openxmlformats.org/drawingml/2006/main" noGrp="1"/>
          </p:cNvSpPr>
          <p:nvPr/>
        </p:nvSpPr>
        <p:spPr>
          <a:xfrm xmlns:a="http://schemas.openxmlformats.org/drawingml/2006/main" rot="0" flipH="0" flipV="0">
            <a:off x="552450" y="3143250"/>
            <a:ext cx="381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ctr">
              <a:spcBef>
                <a:spcPts val="0"/>
              </a:spcBef>
              <a:spcAft>
                <a:spcPts val="0"/>
              </a:spcAft>
              <a:buNone/>
              <a:defRPr sz="713" b="1">
                <a:solidFill>
                  <a:srgbClr val="FFFFFF"/>
                </a:solidFill>
                <a:latin typeface="Arial"/>
                <a:ea typeface="Arial"/>
                <a:cs typeface="Arial"/>
              </a:defRPr>
            </a:pPr>
            <a:r>
              <a:rPr sz="713" b="1">
                <a:solidFill>
                  <a:srgbClr val="FFFFFF"/>
                </a:solidFill>
                <a:latin typeface="Arial"/>
                <a:ea typeface="Arial"/>
                <a:cs typeface="Arial"/>
              </a:rPr>
              <a:t>LIVRÉ</a:t>
            </a:r>
          </a:p>
        </p:txBody>
      </p:sp>
      <p:sp>
        <p:nvSpPr>
          <p:cNvPr id="222" name="Google Shape;222;p25">
            <a:extLst xmlns:a="http://schemas.openxmlformats.org/drawingml/2006/main">
              <a:ext uri="{FF2B5EF4-FFF2-40B4-BE49-F238E27FC236}">
                <a16:creationId xmlns:a16="http://schemas.microsoft.com/office/drawing/2014/main" id="{8756E93B-CBBA-476B-A507-FB23B2B24087}"/>
              </a:ext>
            </a:extLst>
          </p:cNvPr>
          <p:cNvSpPr>
            <a:spLocks xmlns:a="http://schemas.openxmlformats.org/drawingml/2006/main" noGrp="1"/>
          </p:cNvSpPr>
          <p:nvPr/>
        </p:nvSpPr>
        <p:spPr>
          <a:xfrm xmlns:a="http://schemas.openxmlformats.org/drawingml/2006/main" rot="0" flipH="0" flipV="0">
            <a:off x="1047750" y="3114675"/>
            <a:ext cx="3429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a:buNone/>
              <a:defRPr sz="1350">
                <a:solidFill>
                  <a:srgbClr val="111827"/>
                </a:solidFill>
                <a:latin typeface="Arial"/>
                <a:ea typeface="Arial"/>
                <a:cs typeface="Arial"/>
              </a:defRPr>
            </a:pPr>
            <a:r>
              <a:rPr sz="1350" b="1">
                <a:solidFill>
                  <a:srgbClr val="111827"/>
                </a:solidFill>
                <a:latin typeface="Arial"/>
                <a:ea typeface="Arial"/>
                <a:cs typeface="Arial"/>
              </a:rPr>
              <a:t>Banc reproductible
</a:t>
            </a:r>
            <a:r>
              <a:rPr sz="1350">
                <a:solidFill>
                  <a:srgbClr val="111827"/>
                </a:solidFill>
                <a:latin typeface="Arial"/>
                <a:ea typeface="Arial"/>
                <a:cs typeface="Arial"/>
              </a:rPr>
              <a:t>DU ARM · noyau SCTP · preuves + rollback</a:t>
            </a:r>
          </a:p>
        </p:txBody>
      </p:sp>
      <p:sp>
        <p:nvSpPr>
          <p:cNvPr id="224" name="Google Shape;224;p25">
            <a:extLst xmlns:a="http://schemas.openxmlformats.org/drawingml/2006/main">
              <a:ext uri="{FF2B5EF4-FFF2-40B4-BE49-F238E27FC236}">
                <a16:creationId xmlns:a16="http://schemas.microsoft.com/office/drawing/2014/main" id="{2DD67574-FC03-4344-8487-984EDF3CC51D}"/>
              </a:ext>
            </a:extLst>
          </p:cNvPr>
          <p:cNvSpPr>
            <a:spLocks xmlns:a="http://schemas.openxmlformats.org/drawingml/2006/main" noGrp="1"/>
          </p:cNvSpPr>
          <p:nvPr/>
        </p:nvSpPr>
        <p:spPr>
          <a:xfrm xmlns:a="http://schemas.openxmlformats.org/drawingml/2006/main" rot="0" flipH="0" flipV="0">
            <a:off x="400050" y="3905250"/>
            <a:ext cx="4286400" cy="809700"/>
          </a:xfrm>
          <a:prstGeom xmlns:a="http://schemas.openxmlformats.org/drawingml/2006/main" prst="roundRect">
            <a:avLst>
              <a:gd name="adj" fmla="val 14117"/>
            </a:avLst>
          </a:prstGeom>
          <a:solidFill xmlns:a="http://schemas.openxmlformats.org/drawingml/2006/main">
            <a:srgbClr val="FFFFFF"/>
          </a:solidFill>
          <a:ln xmlns:a="http://schemas.openxmlformats.org/drawingml/2006/main" w="9525" cmpd="sng">
            <a:solidFill>
              <a:srgbClr val="E5E7EB"/>
            </a:solidFill>
            <a:prstDash val="soli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25" name="Google Shape;225;p25">
            <a:extLst xmlns:a="http://schemas.openxmlformats.org/drawingml/2006/main">
              <a:ext uri="{FF2B5EF4-FFF2-40B4-BE49-F238E27FC236}">
                <a16:creationId xmlns:a16="http://schemas.microsoft.com/office/drawing/2014/main" id="{D868F617-3F0D-480F-BB80-82833874122B}"/>
              </a:ext>
            </a:extLst>
          </p:cNvPr>
          <p:cNvSpPr>
            <a:spLocks xmlns:a="http://schemas.openxmlformats.org/drawingml/2006/main" noGrp="1"/>
          </p:cNvSpPr>
          <p:nvPr/>
        </p:nvSpPr>
        <p:spPr>
          <a:xfrm xmlns:a="http://schemas.openxmlformats.org/drawingml/2006/main" rot="0" flipH="0" flipV="0">
            <a:off x="552450" y="4048125"/>
            <a:ext cx="381000" cy="190500"/>
          </a:xfrm>
          <a:prstGeom xmlns:a="http://schemas.openxmlformats.org/drawingml/2006/main" prst="roundRect">
            <a:avLst>
              <a:gd name="adj" fmla="val 20000"/>
            </a:avLst>
          </a:prstGeom>
          <a:solidFill xmlns:a="http://schemas.openxmlformats.org/drawingml/2006/main">
            <a:srgbClr val="F59E0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26" name="Google Shape;226;p25">
            <a:extLst xmlns:a="http://schemas.openxmlformats.org/drawingml/2006/main">
              <a:ext uri="{FF2B5EF4-FFF2-40B4-BE49-F238E27FC236}">
                <a16:creationId xmlns:a16="http://schemas.microsoft.com/office/drawing/2014/main" id="{8C66407C-B8F5-461C-B1CA-D0EE1DDE1667}"/>
              </a:ext>
            </a:extLst>
          </p:cNvPr>
          <p:cNvSpPr>
            <a:spLocks xmlns:a="http://schemas.openxmlformats.org/drawingml/2006/main" noGrp="1"/>
          </p:cNvSpPr>
          <p:nvPr/>
        </p:nvSpPr>
        <p:spPr>
          <a:xfrm xmlns:a="http://schemas.openxmlformats.org/drawingml/2006/main" rot="0" flipH="0" flipV="0">
            <a:off x="552450" y="4048125"/>
            <a:ext cx="381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marL="0" lvl="0" indent="0" algn="ctr">
              <a:spcBef>
                <a:spcPts val="0"/>
              </a:spcBef>
              <a:spcAft>
                <a:spcPts val="0"/>
              </a:spcAft>
              <a:buNone/>
              <a:defRPr sz="638" b="1">
                <a:solidFill>
                  <a:srgbClr val="FFFFFF"/>
                </a:solidFill>
                <a:latin typeface="Arial"/>
                <a:ea typeface="Arial"/>
                <a:cs typeface="Arial"/>
              </a:defRPr>
            </a:pPr>
            <a:r>
              <a:rPr sz="638" b="1">
                <a:solidFill>
                  <a:srgbClr val="FFFFFF"/>
                </a:solidFill>
                <a:latin typeface="Arial"/>
                <a:ea typeface="Arial"/>
                <a:cs typeface="Arial"/>
              </a:rPr>
              <a:t>À FAIRE</a:t>
            </a:r>
          </a:p>
        </p:txBody>
      </p:sp>
      <p:sp>
        <p:nvSpPr>
          <p:cNvPr id="227" name="Google Shape;227;p25">
            <a:extLst xmlns:a="http://schemas.openxmlformats.org/drawingml/2006/main">
              <a:ext uri="{FF2B5EF4-FFF2-40B4-BE49-F238E27FC236}">
                <a16:creationId xmlns:a16="http://schemas.microsoft.com/office/drawing/2014/main" id="{F4E50858-BEB0-4570-AE38-65CADA0D6DA9}"/>
              </a:ext>
            </a:extLst>
          </p:cNvPr>
          <p:cNvSpPr>
            <a:spLocks xmlns:a="http://schemas.openxmlformats.org/drawingml/2006/main" noGrp="1"/>
          </p:cNvSpPr>
          <p:nvPr/>
        </p:nvSpPr>
        <p:spPr>
          <a:xfrm xmlns:a="http://schemas.openxmlformats.org/drawingml/2006/main" rot="0" flipH="0" flipV="0">
            <a:off x="1047750" y="4019550"/>
            <a:ext cx="3429000" cy="61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a:buNone/>
              <a:defRPr sz="1350">
                <a:solidFill>
                  <a:srgbClr val="111827"/>
                </a:solidFill>
                <a:latin typeface="Arial"/>
                <a:ea typeface="Arial"/>
                <a:cs typeface="Arial"/>
              </a:defRPr>
            </a:pPr>
            <a:r>
              <a:rPr sz="1350" b="1">
                <a:solidFill>
                  <a:srgbClr val="111827"/>
                </a:solidFill>
                <a:latin typeface="Arial"/>
                <a:ea typeface="Arial"/>
                <a:cs typeface="Arial"/>
              </a:rPr>
              <a:t>Validation en conditions réelles
</a:t>
            </a:r>
            <a:r>
              <a:rPr sz="1350">
                <a:solidFill>
                  <a:srgbClr val="111827"/>
                </a:solidFill>
                <a:latin typeface="Arial"/>
                <a:ea typeface="Arial"/>
                <a:cs typeface="Arial"/>
              </a:rPr>
              <a:t>répéter · mesurer la puissance · intégrer l’UAV</a:t>
            </a:r>
          </a:p>
        </p:txBody>
      </p:sp>
      <p:sp>
        <p:nvSpPr>
          <p:cNvPr id="229" name="Google Shape;229;p25">
            <a:extLst xmlns:a="http://schemas.openxmlformats.org/drawingml/2006/main">
              <a:ext uri="{FF2B5EF4-FFF2-40B4-BE49-F238E27FC236}">
                <a16:creationId xmlns:a16="http://schemas.microsoft.com/office/drawing/2014/main" id="{1241560D-B6E5-4989-B4DB-D8433EA4E535}"/>
              </a:ext>
            </a:extLst>
          </p:cNvPr>
          <p:cNvSpPr>
            <a:spLocks xmlns:a="http://schemas.openxmlformats.org/drawingml/2006/main" noGrp="1"/>
          </p:cNvSpPr>
          <p:nvPr/>
        </p:nvSpPr>
        <p:spPr>
          <a:xfrm xmlns:a="http://schemas.openxmlformats.org/drawingml/2006/main" rot="0" flipH="0" flipV="0">
            <a:off x="4953000" y="3714750"/>
            <a:ext cx="3619500" cy="1000200"/>
          </a:xfrm>
          <a:prstGeom xmlns:a="http://schemas.openxmlformats.org/drawingml/2006/main" prst="roundRect">
            <a:avLst>
              <a:gd name="adj" fmla="val 11428"/>
            </a:avLst>
          </a:prstGeom>
          <a:solidFill xmlns:a="http://schemas.openxmlformats.org/drawingml/2006/main">
            <a:srgbClr val="111827"/>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
        <p:nvSpPr>
          <p:cNvPr id="230" name="Google Shape;230;p25">
            <a:extLst xmlns:a="http://schemas.openxmlformats.org/drawingml/2006/main">
              <a:ext uri="{FF2B5EF4-FFF2-40B4-BE49-F238E27FC236}">
                <a16:creationId xmlns:a16="http://schemas.microsoft.com/office/drawing/2014/main" id="{C179FA31-8850-433B-A205-5FD958E31320}"/>
              </a:ext>
            </a:extLst>
          </p:cNvPr>
          <p:cNvSpPr>
            <a:spLocks xmlns:a="http://schemas.openxmlformats.org/drawingml/2006/main" noGrp="1"/>
          </p:cNvSpPr>
          <p:nvPr/>
        </p:nvSpPr>
        <p:spPr>
          <a:xfrm xmlns:a="http://schemas.openxmlformats.org/drawingml/2006/main" rot="0" flipH="0" flipV="0">
            <a:off x="5143500" y="3857625"/>
            <a:ext cx="3238500" cy="7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fontScale="100000"/>
          </a:bodyPr>
          <a:lstStyle xmlns:a="http://schemas.openxmlformats.org/drawingml/2006/main"/>
          <a:p xmlns:a="http://schemas.openxmlformats.org/drawingml/2006/main">
            <a:pPr>
              <a:buNone/>
              <a:defRPr sz="1275">
                <a:solidFill>
                  <a:srgbClr val="FFFFFF"/>
                </a:solidFill>
                <a:latin typeface="Arial"/>
                <a:ea typeface="Arial"/>
                <a:cs typeface="Arial"/>
              </a:defRPr>
            </a:pPr>
            <a:r>
              <a:rPr sz="1275" b="1">
                <a:solidFill>
                  <a:srgbClr val="FFFFFF"/>
                </a:solidFill>
                <a:latin typeface="Arial"/>
                <a:ea typeface="Arial"/>
                <a:cs typeface="Arial"/>
              </a:rPr>
              <a:t>REPÈRE FINAL
</a:t>
            </a:r>
            <a:r>
              <a:rPr sz="1275" b="1">
                <a:solidFill>
                  <a:srgbClr val="FFFFFF"/>
                </a:solidFill>
                <a:latin typeface="Arial"/>
                <a:ea typeface="Arial"/>
                <a:cs typeface="Arial"/>
              </a:rPr>
              <a:t>68 Mbit/s — Jetson + 5G/WireGuard
</a:t>
            </a:r>
            <a:r>
              <a:rPr sz="1275">
                <a:solidFill>
                  <a:srgbClr val="FFFFFF"/>
                </a:solidFill>
                <a:latin typeface="Arial"/>
                <a:ea typeface="Arial"/>
                <a:cs typeface="Arial"/>
              </a:rPr>
              <a:t>meilleur run validé, pas une moyenne</a:t>
            </a:r>
          </a:p>
        </p:txBody>
      </p:sp>
      <p:sp>
        <p:nvSpPr>
          <p:cNvPr id="231" name="Google Shape;231;p25">
            <a:extLst xmlns:a="http://schemas.openxmlformats.org/drawingml/2006/main">
              <a:ext uri="{FF2B5EF4-FFF2-40B4-BE49-F238E27FC236}">
                <a16:creationId xmlns:a16="http://schemas.microsoft.com/office/drawing/2014/main" id="{154D34D3-F5F7-412F-BA62-E7F8B569C211}"/>
              </a:ext>
            </a:extLst>
          </p:cNvPr>
          <p:cNvSpPr>
            <a:spLocks xmlns:a="http://schemas.openxmlformats.org/drawingml/2006/main" noGrp="1"/>
          </p:cNvSpPr>
          <p:nvPr/>
        </p:nvSpPr>
        <p:spPr>
          <a:xfrm xmlns:a="http://schemas.openxmlformats.org/drawingml/2006/main">
            <a:off x="8801100" y="4981575"/>
            <a:ext cx="123900" cy="19200"/>
          </a:xfrm>
          <a:prstGeom xmlns:a="http://schemas.openxmlformats.org/drawingml/2006/main" prst="roundRect">
            <a:avLst>
              <a:gd name="adj" fmla="val 50000"/>
            </a:avLst>
          </a:prstGeom>
          <a:solidFill xmlns:a="http://schemas.openxmlformats.org/drawingml/2006/main">
            <a:srgbClr val="4B5563"/>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p>
        </p:txBody>
      </p:sp>
    </p:spTree>
    <p:extLst>
      <p:ext uri="{BB962C8B-B14F-4D97-AF65-F5344CB8AC3E}">
        <p14:creationId xmlns:p14="http://schemas.microsoft.com/office/powerpoint/2010/main" val="1933955272"/>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2026-08-16T17:47:56.2860000Z</dcterms:created>
  <dcterms:modified xsi:type="dcterms:W3CDTF">2026-08-16T17:47:56.2860000Z</dcterms:modified>
</coreProperties>
</file>